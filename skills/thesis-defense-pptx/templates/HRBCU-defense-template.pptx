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embeddings/Microsoft_Visio_Drawing.vsdx" ContentType="application/vnd.ms-visio.drawi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8" r:id="rId4"/>
    <p:sldId id="267" r:id="rId5"/>
    <p:sldId id="272" r:id="rId6"/>
    <p:sldId id="271" r:id="rId7"/>
    <p:sldId id="273" r:id="rId8"/>
    <p:sldId id="280" r:id="rId9"/>
    <p:sldId id="269" r:id="rId10"/>
    <p:sldId id="284" r:id="rId11"/>
    <p:sldId id="290" r:id="rId12"/>
    <p:sldId id="291" r:id="rId13"/>
    <p:sldId id="292" r:id="rId14"/>
    <p:sldId id="275" r:id="rId15"/>
    <p:sldId id="282" r:id="rId16"/>
    <p:sldId id="286" r:id="rId17"/>
    <p:sldId id="287" r:id="rId18"/>
    <p:sldId id="293" r:id="rId19"/>
    <p:sldId id="276" r:id="rId20"/>
    <p:sldId id="277" r:id="rId21"/>
    <p:sldId id="288" r:id="rId22"/>
    <p:sldId id="279" r:id="rId23"/>
  </p:sldIdLst>
  <p:sldSz cx="12191695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9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9" clrIdx="0"/>
  <p:cmAuthor id="2" name="作者" initials="A" lastIdx="0" clrIdx="1"/>
  <p:cmAuthor id="3" name="User" initials="U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C3CAD4"/>
    <a:srgbClr val="1C4885"/>
    <a:srgbClr val="4C7082"/>
    <a:srgbClr val="79AEDA"/>
    <a:srgbClr val="C7E9BD"/>
    <a:srgbClr val="DFF3D9"/>
    <a:srgbClr val="F5FBF3"/>
    <a:srgbClr val="E9F7E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78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368" y="-396"/>
      </p:cViewPr>
      <p:guideLst>
        <p:guide orient="horz" pos="2205"/>
        <p:guide pos="39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tags" Target="tags/tag1.xml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&#24037;&#20316;&#31807;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Sheet1!$G$6</c:f>
              <c:strCache>
                <c:ptCount val="1"/>
                <c:pt idx="0">
                  <c:v>RNN</c:v>
                </c:pt>
              </c:strCache>
            </c:strRef>
          </c:tx>
          <c:spPr>
            <a:pattFill prst="ltVert">
              <a:fgClr>
                <a:schemeClr val="tx1"/>
              </a:fgClr>
              <a:bgClr>
                <a:schemeClr val="bg1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Sheet1!$C$6:$D$6</c:f>
              <c:strCache>
                <c:ptCount val="2"/>
                <c:pt idx="0">
                  <c:v>模型参数量（百万）</c:v>
                </c:pt>
                <c:pt idx="1">
                  <c:v>F1值（%）</c:v>
                </c:pt>
              </c:strCache>
            </c:strRef>
          </c:cat>
          <c:val>
            <c:numRef>
              <c:f>Sheet1!$G$7:$G$8</c:f>
              <c:numCache>
                <c:formatCode>General</c:formatCode>
                <c:ptCount val="2"/>
                <c:pt idx="0">
                  <c:v>107.42</c:v>
                </c:pt>
                <c:pt idx="1">
                  <c:v>70.55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D4-4D92-8478-A3C88BE4B204}"/>
            </c:ext>
          </c:extLst>
        </c:ser>
        <c:ser>
          <c:idx val="1"/>
          <c:order val="1"/>
          <c:tx>
            <c:strRef>
              <c:f>Sheet1!$H$6</c:f>
              <c:strCache>
                <c:ptCount val="1"/>
                <c:pt idx="0">
                  <c:v>BiGRU</c:v>
                </c:pt>
              </c:strCache>
            </c:strRef>
          </c:tx>
          <c:spPr>
            <a:pattFill prst="wdUpDiag">
              <a:fgClr>
                <a:schemeClr val="tx1"/>
              </a:fgClr>
              <a:bgClr>
                <a:schemeClr val="bg1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Sheet1!$C$6:$D$6</c:f>
              <c:strCache>
                <c:ptCount val="2"/>
                <c:pt idx="0">
                  <c:v>模型参数量（百万）</c:v>
                </c:pt>
                <c:pt idx="1">
                  <c:v>F1值（%）</c:v>
                </c:pt>
              </c:strCache>
            </c:strRef>
          </c:cat>
          <c:val>
            <c:numRef>
              <c:f>Sheet1!$H$7:$H$8</c:f>
              <c:numCache>
                <c:formatCode>General</c:formatCode>
                <c:ptCount val="2"/>
                <c:pt idx="0">
                  <c:v>109.11</c:v>
                </c:pt>
                <c:pt idx="1">
                  <c:v>72.680000000000007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D4-4D92-8478-A3C88BE4B204}"/>
            </c:ext>
          </c:extLst>
        </c:ser>
        <c:ser>
          <c:idx val="2"/>
          <c:order val="2"/>
          <c:tx>
            <c:strRef>
              <c:f>Sheet1!$I$6</c:f>
              <c:strCache>
                <c:ptCount val="1"/>
                <c:pt idx="0">
                  <c:v>BiLSTM</c:v>
                </c:pt>
              </c:strCache>
            </c:strRef>
          </c:tx>
          <c:spPr>
            <a:solidFill>
              <a:schemeClr val="bg1"/>
            </a:solidFill>
            <a:ln>
              <a:solidFill>
                <a:sysClr val="windowText" lastClr="000000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Sheet1!$C$6:$D$6</c:f>
              <c:strCache>
                <c:ptCount val="2"/>
                <c:pt idx="0">
                  <c:v>模型参数量（百万）</c:v>
                </c:pt>
                <c:pt idx="1">
                  <c:v>F1值（%）</c:v>
                </c:pt>
              </c:strCache>
            </c:strRef>
          </c:cat>
          <c:val>
            <c:numRef>
              <c:f>Sheet1!$I$7:$I$8</c:f>
              <c:numCache>
                <c:formatCode>General</c:formatCode>
                <c:ptCount val="2"/>
                <c:pt idx="0">
                  <c:v>109.96</c:v>
                </c:pt>
                <c:pt idx="1">
                  <c:v>72.03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6D4-4D92-8478-A3C88BE4B20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55904920"/>
        <c:axId val="455899880"/>
      </c:barChart>
      <c:catAx>
        <c:axId val="455904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pPr>
            <a:endParaRPr lang="zh-CN"/>
          </a:p>
        </c:txPr>
        <c:crossAx val="455899880"/>
        <c:crosses val="autoZero"/>
        <c:auto val="1"/>
        <c:lblAlgn val="ctr"/>
        <c:lblOffset val="100"/>
        <c:noMultiLvlLbl val="0"/>
      </c:catAx>
      <c:valAx>
        <c:axId val="4558998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455904920"/>
        <c:crosses val="autoZero"/>
        <c:crossBetween val="between"/>
      </c:valAx>
      <c:spPr>
        <a:noFill/>
        <a:ln>
          <a:solidFill>
            <a:schemeClr val="bg1"/>
          </a:solidFill>
        </a:ln>
        <a:effectLst/>
      </c:spPr>
    </c:plotArea>
    <c:legend>
      <c:legendPos val="r"/>
      <c:layout>
        <c:manualLayout>
          <c:xMode val="edge"/>
          <c:yMode val="edge"/>
          <c:x val="0.8282034120734908"/>
          <c:y val="5.8737605715952171E-2"/>
          <c:w val="0.13179809543710586"/>
          <c:h val="0.219251092501349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在之前的一些研究中，大多单独使用词嵌入或者字符嵌入，没有考虑它们之间的互补能力，且只通过拼接的方法对字符特征和词特征进行融合，忽略了字词相互融合过程中的特征信息。基于此，本文提出了一种名为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DCLM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BioDistilBERT-CharCNN+CharLSTM-BiLSTM-MHA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）的多交叉注意力特征融合的模型。在词嵌入的基础上使用字符嵌入，词嵌入使用</a:t>
            </a: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BioDistilBERT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模型来提取，字符嵌入分别使用</a:t>
            </a: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CharCNN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CharLSTM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模型来提取，然后通过三个交叉注意力机制来融合字词特征。之后通过</a:t>
            </a: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BiLSTM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并引入多头注意力机制，其中，</a:t>
            </a:r>
            <a:r>
              <a:rPr lang="en-US" altLang="zh-CN" sz="12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BiLSTM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可以有效地捕捉文本中的上下文信息，而多头注意力机制则能够进一步关注到重要的语义特征，使模型能够捕捉到更多关于实体边界和类型的信息，从而提升实体识别的准确性。最后通过输出层输出最终结果。在模型训练过程中，引入</a:t>
            </a:r>
            <a:r>
              <a:rPr lang="en-US" altLang="zh-CN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Focal Loss</a:t>
            </a:r>
            <a:r>
              <a:rPr lang="zh-CN" altLang="en-US" sz="1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和交叉熵损失函数联合对模型进行训练，缓解了数据不平衡问题。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678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方法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对特征提取层的三次融合都使用直接拼接的方法，方法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（通过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BioDistilBERT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提取的特征）和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1800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通过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CharLSTM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提取的特征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进行交叉注意力融合，其他两次进行直接拼接，方法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1800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（通过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CharCNN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提取的特征）进行交叉注意力融合，其他两次进行直接拼接，方法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1800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以及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1800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分别进行直接拼接，最后一次融合进行交叉注意力融合，方法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1800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以及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1800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分别进行交叉注意力融合，最后一次融合进行直接拼接，方法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即本文提出所使用的三次交叉注意力融合方法。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280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391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基于生物医学实体多存在嵌套和不连续现象，本文提出了一个名为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KGCTM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KeBioLM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-ATT-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BiGRU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-CNN-</a:t>
            </a:r>
            <a:r>
              <a:rPr lang="en-US" altLang="zh-CN" sz="12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Traffine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-MLP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）的模型，主要通过对词与词之间的关系进行预测从而识别嵌套和不连续实体。该模型主要分为四个模块：编码层、混合卷积层、预测层以及解码层。在模型训练中加入基于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PGD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的对抗训练，同时通过对</a:t>
            </a:r>
            <a:r>
              <a:rPr lang="en-US" altLang="zh-CN" sz="1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Dice Loss</a:t>
            </a:r>
            <a:r>
              <a:rPr lang="zh-CN" altLang="en-US" sz="1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和交叉熵损失函数赋予不同的权重来对模型进行训练，解决数据不平衡问题。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90139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tags" Target="../tags/tag12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tags" Target="../tags/tag15.xml"/><Relationship Id="rId4" Type="http://schemas.openxmlformats.org/officeDocument/2006/relationships/tags" Target="../tags/tag16.xml"/><Relationship Id="rId5" Type="http://schemas.openxmlformats.org/officeDocument/2006/relationships/tags" Target="../tags/tag17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tags" Target="../tags/tag20.xml"/><Relationship Id="rId4" Type="http://schemas.openxmlformats.org/officeDocument/2006/relationships/tags" Target="../tags/tag21.xml"/><Relationship Id="rId5" Type="http://schemas.openxmlformats.org/officeDocument/2006/relationships/tags" Target="../tags/tag22.xml"/><Relationship Id="rId6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tags" Target="../tags/tag24.xml"/><Relationship Id="rId3" Type="http://schemas.openxmlformats.org/officeDocument/2006/relationships/tags" Target="../tags/tag25.xml"/><Relationship Id="rId4" Type="http://schemas.openxmlformats.org/officeDocument/2006/relationships/tags" Target="../tags/tag26.xml"/><Relationship Id="rId5" Type="http://schemas.openxmlformats.org/officeDocument/2006/relationships/tags" Target="../tags/tag27.xml"/><Relationship Id="rId6" Type="http://schemas.openxmlformats.org/officeDocument/2006/relationships/tags" Target="../tags/tag28.xml"/><Relationship Id="rId7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Relationship Id="rId6" Type="http://schemas.openxmlformats.org/officeDocument/2006/relationships/tags" Target="../tags/tag34.xml"/><Relationship Id="rId7" Type="http://schemas.openxmlformats.org/officeDocument/2006/relationships/tags" Target="../tags/tag35.xml"/><Relationship Id="rId8" Type="http://schemas.openxmlformats.org/officeDocument/2006/relationships/tags" Target="../tags/tag36.xml"/><Relationship Id="rId9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tags" Target="../tags/tag40.xml"/><Relationship Id="rId5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41.xml"/><Relationship Id="rId2" Type="http://schemas.openxmlformats.org/officeDocument/2006/relationships/tags" Target="../tags/tag42.xml"/><Relationship Id="rId3" Type="http://schemas.openxmlformats.org/officeDocument/2006/relationships/tags" Target="../tags/tag43.xml"/><Relationship Id="rId4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tags" Target="../tags/tag46.xml"/><Relationship Id="rId4" Type="http://schemas.openxmlformats.org/officeDocument/2006/relationships/tags" Target="../tags/tag47.xml"/><Relationship Id="rId5" Type="http://schemas.openxmlformats.org/officeDocument/2006/relationships/tags" Target="../tags/tag48.xml"/><Relationship Id="rId6" Type="http://schemas.openxmlformats.org/officeDocument/2006/relationships/tags" Target="../tags/tag49.xml"/><Relationship Id="rId7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tags" Target="../tags/tag51.xml"/><Relationship Id="rId3" Type="http://schemas.openxmlformats.org/officeDocument/2006/relationships/tags" Target="../tags/tag52.xml"/><Relationship Id="rId4" Type="http://schemas.openxmlformats.org/officeDocument/2006/relationships/tags" Target="../tags/tag53.xml"/><Relationship Id="rId5" Type="http://schemas.openxmlformats.org/officeDocument/2006/relationships/tags" Target="../tags/tag54.xml"/><Relationship Id="rId6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tags" Target="../tags/tag56.xml"/><Relationship Id="rId3" Type="http://schemas.openxmlformats.org/officeDocument/2006/relationships/tags" Target="../tags/tag57.xml"/><Relationship Id="rId4" Type="http://schemas.openxmlformats.org/officeDocument/2006/relationships/tags" Target="../tags/tag58.xml"/><Relationship Id="rId5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tags" Target="../tags/tag63.xml"/><Relationship Id="rId6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2024/5/24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tags" Target="../tags/tag2.xml"/><Relationship Id="rId15" Type="http://schemas.openxmlformats.org/officeDocument/2006/relationships/tags" Target="../tags/tag3.xml"/><Relationship Id="rId16" Type="http://schemas.openxmlformats.org/officeDocument/2006/relationships/tags" Target="../tags/tag4.xml"/><Relationship Id="rId17" Type="http://schemas.openxmlformats.org/officeDocument/2006/relationships/tags" Target="../tags/tag5.xml"/><Relationship Id="rId18" Type="http://schemas.openxmlformats.org/officeDocument/2006/relationships/tags" Target="../tags/tag6.xml"/><Relationship Id="rId19" Type="http://schemas.openxmlformats.org/officeDocument/2006/relationships/tags" Target="../tags/tag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tags" Target="../tags/tag65.xml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package" Target="../embeddings/Microsoft_Visio_Drawing.vsdx"/><Relationship Id="rId6" Type="http://schemas.openxmlformats.org/officeDocument/2006/relationships/image" Target="../media/image3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74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75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77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Relationship Id="rId5" Type="http://schemas.openxmlformats.org/officeDocument/2006/relationships/image" Target="../media/image4.em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78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79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80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81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82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透明色背景-校徽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658" y="356870"/>
            <a:ext cx="5226685" cy="132143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B3E3149E-7DDE-EFE0-2FFA-42C9A19A8722}"/>
              </a:ext>
            </a:extLst>
          </p:cNvPr>
          <p:cNvSpPr/>
          <p:nvPr/>
        </p:nvSpPr>
        <p:spPr>
          <a:xfrm>
            <a:off x="0" y="1878685"/>
            <a:ext cx="9067800" cy="27023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66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DD320D9-9A9D-70B6-9BBD-844EEC693F91}"/>
              </a:ext>
            </a:extLst>
          </p:cNvPr>
          <p:cNvCxnSpPr/>
          <p:nvPr/>
        </p:nvCxnSpPr>
        <p:spPr>
          <a:xfrm>
            <a:off x="1309473" y="4135382"/>
            <a:ext cx="6282474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B9241B9B-E79C-E0AD-F5ED-354165432284}"/>
              </a:ext>
            </a:extLst>
          </p:cNvPr>
          <p:cNvSpPr txBox="1"/>
          <p:nvPr/>
        </p:nvSpPr>
        <p:spPr>
          <a:xfrm>
            <a:off x="94390" y="2454427"/>
            <a:ext cx="8973280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sz="2800" b="1"/>
              <a:t>[论文标题]</a:t>
            </a:r>
          </a:p>
        </p:txBody>
      </p:sp>
      <p:sp>
        <p:nvSpPr>
          <p:cNvPr id="14" name="剪去单角的矩形 6">
            <a:extLst>
              <a:ext uri="{FF2B5EF4-FFF2-40B4-BE49-F238E27FC236}">
                <a16:creationId xmlns:a16="http://schemas.microsoft.com/office/drawing/2014/main" id="{198B076C-675E-B2A6-9D1B-ED526A0B2A5F}"/>
              </a:ext>
            </a:extLst>
          </p:cNvPr>
          <p:cNvSpPr/>
          <p:nvPr/>
        </p:nvSpPr>
        <p:spPr>
          <a:xfrm rot="5400000">
            <a:off x="8546377" y="3467816"/>
            <a:ext cx="2244668" cy="4153528"/>
          </a:xfrm>
          <a:prstGeom prst="snip1Rect">
            <a:avLst>
              <a:gd name="adj" fmla="val 27447"/>
            </a:avLst>
          </a:prstGeom>
          <a:noFill/>
          <a:ln>
            <a:noFill/>
          </a:ln>
          <a:effectLst>
            <a:outerShdw blurRad="266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10688B"/>
              </a:highlight>
              <a:cs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7292051" y="4732152"/>
            <a:ext cx="4621257" cy="1783609"/>
          </a:xfrm>
        </p:spPr>
        <p:txBody>
          <a:bodyPr>
            <a:normAutofit/>
          </a:bodyPr>
          <a:lstStyle/>
          <a:p>
            <a:pPr algn="l"/>
            <a:r>
              <a:rPr sz="1400" b="1">
                <a:latin typeface="宋体"/>
              </a:rPr>
              <a:t>学   院：[学院名称]
专   业：[专业名称]
导   师：[导师姓名]
学   生：[学生姓名]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3" grpId="0"/>
      <p:bldP spid="13" grpId="1"/>
      <p:bldP spid="14" grpId="0" animBg="1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>
            <a:extLst>
              <a:ext uri="{FF2B5EF4-FFF2-40B4-BE49-F238E27FC236}">
                <a16:creationId xmlns:a16="http://schemas.microsoft.com/office/drawing/2014/main" id="{59AE016C-FA11-0543-101C-91B2F1450803}"/>
              </a:ext>
            </a:extLst>
          </p:cNvPr>
          <p:cNvGrpSpPr/>
          <p:nvPr/>
        </p:nvGrpSpPr>
        <p:grpSpPr>
          <a:xfrm>
            <a:off x="2" y="930687"/>
            <a:ext cx="12187848" cy="5924820"/>
            <a:chOff x="2" y="930687"/>
            <a:chExt cx="12187848" cy="5924820"/>
          </a:xfrm>
          <a:solidFill>
            <a:srgbClr val="4C7082"/>
          </a:solidFill>
        </p:grpSpPr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C32B6F81-EB4D-8F4D-C69E-57FDE40616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46" r="20943"/>
            <a:stretch/>
          </p:blipFill>
          <p:spPr>
            <a:xfrm>
              <a:off x="5909723" y="1096128"/>
              <a:ext cx="6278127" cy="5753592"/>
            </a:xfrm>
            <a:prstGeom prst="rect">
              <a:avLst/>
            </a:prstGeom>
            <a:grpFill/>
          </p:spPr>
        </p:pic>
        <p:sp>
          <p:nvSpPr>
            <p:cNvPr id="36" name="任意多边形 43">
              <a:extLst>
                <a:ext uri="{FF2B5EF4-FFF2-40B4-BE49-F238E27FC236}">
                  <a16:creationId xmlns:a16="http://schemas.microsoft.com/office/drawing/2014/main" id="{9BB7C41E-549E-155F-AA97-0CB6C2B24995}"/>
                </a:ext>
              </a:extLst>
            </p:cNvPr>
            <p:cNvSpPr/>
            <p:nvPr/>
          </p:nvSpPr>
          <p:spPr>
            <a:xfrm rot="5400000">
              <a:off x="1275159" y="-344470"/>
              <a:ext cx="5924820" cy="8475133"/>
            </a:xfrm>
            <a:custGeom>
              <a:avLst/>
              <a:gdLst>
                <a:gd name="connsiteX0" fmla="*/ 6858000 w 6858000"/>
                <a:gd name="connsiteY0" fmla="*/ 0 h 6459417"/>
                <a:gd name="connsiteX1" fmla="*/ 6858000 w 6858000"/>
                <a:gd name="connsiteY1" fmla="*/ 1675279 h 6459417"/>
                <a:gd name="connsiteX2" fmla="*/ 6858000 w 6858000"/>
                <a:gd name="connsiteY2" fmla="*/ 1819701 h 6459417"/>
                <a:gd name="connsiteX3" fmla="*/ 6858000 w 6858000"/>
                <a:gd name="connsiteY3" fmla="*/ 2278767 h 6459417"/>
                <a:gd name="connsiteX4" fmla="*/ 6858000 w 6858000"/>
                <a:gd name="connsiteY4" fmla="*/ 3954046 h 6459417"/>
                <a:gd name="connsiteX5" fmla="*/ 6858000 w 6858000"/>
                <a:gd name="connsiteY5" fmla="*/ 4098468 h 6459417"/>
                <a:gd name="connsiteX6" fmla="*/ 6858000 w 6858000"/>
                <a:gd name="connsiteY6" fmla="*/ 4180650 h 6459417"/>
                <a:gd name="connsiteX7" fmla="*/ 6858000 w 6858000"/>
                <a:gd name="connsiteY7" fmla="*/ 6459417 h 6459417"/>
                <a:gd name="connsiteX8" fmla="*/ 0 w 6858000"/>
                <a:gd name="connsiteY8" fmla="*/ 6459417 h 6459417"/>
                <a:gd name="connsiteX9" fmla="*/ 0 w 6858000"/>
                <a:gd name="connsiteY9" fmla="*/ 4180650 h 6459417"/>
                <a:gd name="connsiteX10" fmla="*/ 0 w 6858000"/>
                <a:gd name="connsiteY10" fmla="*/ 4098468 h 6459417"/>
                <a:gd name="connsiteX11" fmla="*/ 0 w 6858000"/>
                <a:gd name="connsiteY11" fmla="*/ 3954046 h 6459417"/>
                <a:gd name="connsiteX12" fmla="*/ 0 w 6858000"/>
                <a:gd name="connsiteY12" fmla="*/ 3295924 h 6459417"/>
                <a:gd name="connsiteX13" fmla="*/ 0 w 6858000"/>
                <a:gd name="connsiteY13" fmla="*/ 1819701 h 6459417"/>
                <a:gd name="connsiteX14" fmla="*/ 0 w 6858000"/>
                <a:gd name="connsiteY14" fmla="*/ 1675279 h 6459417"/>
                <a:gd name="connsiteX15" fmla="*/ 0 w 6858000"/>
                <a:gd name="connsiteY15" fmla="*/ 1017157 h 6459417"/>
                <a:gd name="connsiteX16" fmla="*/ 227535 w 6858000"/>
                <a:gd name="connsiteY16" fmla="*/ 1166258 h 6459417"/>
                <a:gd name="connsiteX17" fmla="*/ 6270374 w 6858000"/>
                <a:gd name="connsiteY17" fmla="*/ 412001 h 6459417"/>
                <a:gd name="connsiteX18" fmla="*/ 6705779 w 6858000"/>
                <a:gd name="connsiteY18" fmla="*/ 117916 h 6459417"/>
                <a:gd name="connsiteX0-1" fmla="*/ 6858000 w 6941935"/>
                <a:gd name="connsiteY0-2" fmla="*/ 56823 h 6516240"/>
                <a:gd name="connsiteX1-3" fmla="*/ 6858000 w 6941935"/>
                <a:gd name="connsiteY1-4" fmla="*/ 1732102 h 6516240"/>
                <a:gd name="connsiteX2-5" fmla="*/ 6858000 w 6941935"/>
                <a:gd name="connsiteY2-6" fmla="*/ 1876524 h 6516240"/>
                <a:gd name="connsiteX3-7" fmla="*/ 6858000 w 6941935"/>
                <a:gd name="connsiteY3-8" fmla="*/ 2335590 h 6516240"/>
                <a:gd name="connsiteX4-9" fmla="*/ 6858000 w 6941935"/>
                <a:gd name="connsiteY4-10" fmla="*/ 4010869 h 6516240"/>
                <a:gd name="connsiteX5-11" fmla="*/ 6858000 w 6941935"/>
                <a:gd name="connsiteY5-12" fmla="*/ 4155291 h 6516240"/>
                <a:gd name="connsiteX6-13" fmla="*/ 6858000 w 6941935"/>
                <a:gd name="connsiteY6-14" fmla="*/ 4237473 h 6516240"/>
                <a:gd name="connsiteX7-15" fmla="*/ 6858000 w 6941935"/>
                <a:gd name="connsiteY7-16" fmla="*/ 6516240 h 6516240"/>
                <a:gd name="connsiteX8-17" fmla="*/ 0 w 6941935"/>
                <a:gd name="connsiteY8-18" fmla="*/ 6516240 h 6516240"/>
                <a:gd name="connsiteX9-19" fmla="*/ 0 w 6941935"/>
                <a:gd name="connsiteY9-20" fmla="*/ 4237473 h 6516240"/>
                <a:gd name="connsiteX10-21" fmla="*/ 0 w 6941935"/>
                <a:gd name="connsiteY10-22" fmla="*/ 4155291 h 6516240"/>
                <a:gd name="connsiteX11-23" fmla="*/ 0 w 6941935"/>
                <a:gd name="connsiteY11-24" fmla="*/ 4010869 h 6516240"/>
                <a:gd name="connsiteX12-25" fmla="*/ 0 w 6941935"/>
                <a:gd name="connsiteY12-26" fmla="*/ 3352747 h 6516240"/>
                <a:gd name="connsiteX13-27" fmla="*/ 0 w 6941935"/>
                <a:gd name="connsiteY13-28" fmla="*/ 1876524 h 6516240"/>
                <a:gd name="connsiteX14-29" fmla="*/ 0 w 6941935"/>
                <a:gd name="connsiteY14-30" fmla="*/ 1732102 h 6516240"/>
                <a:gd name="connsiteX15-31" fmla="*/ 0 w 6941935"/>
                <a:gd name="connsiteY15-32" fmla="*/ 1073980 h 6516240"/>
                <a:gd name="connsiteX16-33" fmla="*/ 227535 w 6941935"/>
                <a:gd name="connsiteY16-34" fmla="*/ 1223081 h 6516240"/>
                <a:gd name="connsiteX17-35" fmla="*/ 6270374 w 6941935"/>
                <a:gd name="connsiteY17-36" fmla="*/ 468824 h 6516240"/>
                <a:gd name="connsiteX18-37" fmla="*/ 6858000 w 6941935"/>
                <a:gd name="connsiteY18-38" fmla="*/ 56823 h 6516240"/>
                <a:gd name="connsiteX0-39" fmla="*/ 6858000 w 6858000"/>
                <a:gd name="connsiteY0-40" fmla="*/ 4734 h 6464151"/>
                <a:gd name="connsiteX1-41" fmla="*/ 6858000 w 6858000"/>
                <a:gd name="connsiteY1-42" fmla="*/ 1680013 h 6464151"/>
                <a:gd name="connsiteX2-43" fmla="*/ 6858000 w 6858000"/>
                <a:gd name="connsiteY2-44" fmla="*/ 1824435 h 6464151"/>
                <a:gd name="connsiteX3-45" fmla="*/ 6858000 w 6858000"/>
                <a:gd name="connsiteY3-46" fmla="*/ 2283501 h 6464151"/>
                <a:gd name="connsiteX4-47" fmla="*/ 6858000 w 6858000"/>
                <a:gd name="connsiteY4-48" fmla="*/ 3958780 h 6464151"/>
                <a:gd name="connsiteX5-49" fmla="*/ 6858000 w 6858000"/>
                <a:gd name="connsiteY5-50" fmla="*/ 4103202 h 6464151"/>
                <a:gd name="connsiteX6-51" fmla="*/ 6858000 w 6858000"/>
                <a:gd name="connsiteY6-52" fmla="*/ 4185384 h 6464151"/>
                <a:gd name="connsiteX7-53" fmla="*/ 6858000 w 6858000"/>
                <a:gd name="connsiteY7-54" fmla="*/ 6464151 h 6464151"/>
                <a:gd name="connsiteX8-55" fmla="*/ 0 w 6858000"/>
                <a:gd name="connsiteY8-56" fmla="*/ 6464151 h 6464151"/>
                <a:gd name="connsiteX9-57" fmla="*/ 0 w 6858000"/>
                <a:gd name="connsiteY9-58" fmla="*/ 4185384 h 6464151"/>
                <a:gd name="connsiteX10-59" fmla="*/ 0 w 6858000"/>
                <a:gd name="connsiteY10-60" fmla="*/ 4103202 h 6464151"/>
                <a:gd name="connsiteX11-61" fmla="*/ 0 w 6858000"/>
                <a:gd name="connsiteY11-62" fmla="*/ 3958780 h 6464151"/>
                <a:gd name="connsiteX12-63" fmla="*/ 0 w 6858000"/>
                <a:gd name="connsiteY12-64" fmla="*/ 3300658 h 6464151"/>
                <a:gd name="connsiteX13-65" fmla="*/ 0 w 6858000"/>
                <a:gd name="connsiteY13-66" fmla="*/ 1824435 h 6464151"/>
                <a:gd name="connsiteX14-67" fmla="*/ 0 w 6858000"/>
                <a:gd name="connsiteY14-68" fmla="*/ 1680013 h 6464151"/>
                <a:gd name="connsiteX15-69" fmla="*/ 0 w 6858000"/>
                <a:gd name="connsiteY15-70" fmla="*/ 1021891 h 6464151"/>
                <a:gd name="connsiteX16-71" fmla="*/ 227535 w 6858000"/>
                <a:gd name="connsiteY16-72" fmla="*/ 1170992 h 6464151"/>
                <a:gd name="connsiteX17-73" fmla="*/ 6858000 w 6858000"/>
                <a:gd name="connsiteY17-74" fmla="*/ 4734 h 6464151"/>
                <a:gd name="connsiteX0-75" fmla="*/ 6858000 w 6858000"/>
                <a:gd name="connsiteY0-76" fmla="*/ 0 h 6459417"/>
                <a:gd name="connsiteX1-77" fmla="*/ 6858000 w 6858000"/>
                <a:gd name="connsiteY1-78" fmla="*/ 1675279 h 6459417"/>
                <a:gd name="connsiteX2-79" fmla="*/ 6858000 w 6858000"/>
                <a:gd name="connsiteY2-80" fmla="*/ 1819701 h 6459417"/>
                <a:gd name="connsiteX3-81" fmla="*/ 6858000 w 6858000"/>
                <a:gd name="connsiteY3-82" fmla="*/ 2278767 h 6459417"/>
                <a:gd name="connsiteX4-83" fmla="*/ 6858000 w 6858000"/>
                <a:gd name="connsiteY4-84" fmla="*/ 3954046 h 6459417"/>
                <a:gd name="connsiteX5-85" fmla="*/ 6858000 w 6858000"/>
                <a:gd name="connsiteY5-86" fmla="*/ 4098468 h 6459417"/>
                <a:gd name="connsiteX6-87" fmla="*/ 6858000 w 6858000"/>
                <a:gd name="connsiteY6-88" fmla="*/ 4180650 h 6459417"/>
                <a:gd name="connsiteX7-89" fmla="*/ 6858000 w 6858000"/>
                <a:gd name="connsiteY7-90" fmla="*/ 6459417 h 6459417"/>
                <a:gd name="connsiteX8-91" fmla="*/ 0 w 6858000"/>
                <a:gd name="connsiteY8-92" fmla="*/ 6459417 h 6459417"/>
                <a:gd name="connsiteX9-93" fmla="*/ 0 w 6858000"/>
                <a:gd name="connsiteY9-94" fmla="*/ 4180650 h 6459417"/>
                <a:gd name="connsiteX10-95" fmla="*/ 0 w 6858000"/>
                <a:gd name="connsiteY10-96" fmla="*/ 4098468 h 6459417"/>
                <a:gd name="connsiteX11-97" fmla="*/ 0 w 6858000"/>
                <a:gd name="connsiteY11-98" fmla="*/ 3954046 h 6459417"/>
                <a:gd name="connsiteX12-99" fmla="*/ 0 w 6858000"/>
                <a:gd name="connsiteY12-100" fmla="*/ 3295924 h 6459417"/>
                <a:gd name="connsiteX13-101" fmla="*/ 0 w 6858000"/>
                <a:gd name="connsiteY13-102" fmla="*/ 1819701 h 6459417"/>
                <a:gd name="connsiteX14-103" fmla="*/ 0 w 6858000"/>
                <a:gd name="connsiteY14-104" fmla="*/ 1675279 h 6459417"/>
                <a:gd name="connsiteX15-105" fmla="*/ 0 w 6858000"/>
                <a:gd name="connsiteY15-106" fmla="*/ 1017157 h 6459417"/>
                <a:gd name="connsiteX16-107" fmla="*/ 227535 w 6858000"/>
                <a:gd name="connsiteY16-108" fmla="*/ 1166258 h 6459417"/>
                <a:gd name="connsiteX17-109" fmla="*/ 6858000 w 6858000"/>
                <a:gd name="connsiteY17-110" fmla="*/ 0 h 6459417"/>
                <a:gd name="connsiteX0-111" fmla="*/ 6858000 w 6858000"/>
                <a:gd name="connsiteY0-112" fmla="*/ 0 h 6459417"/>
                <a:gd name="connsiteX1-113" fmla="*/ 6858000 w 6858000"/>
                <a:gd name="connsiteY1-114" fmla="*/ 1675279 h 6459417"/>
                <a:gd name="connsiteX2-115" fmla="*/ 6858000 w 6858000"/>
                <a:gd name="connsiteY2-116" fmla="*/ 1819701 h 6459417"/>
                <a:gd name="connsiteX3-117" fmla="*/ 6858000 w 6858000"/>
                <a:gd name="connsiteY3-118" fmla="*/ 2278767 h 6459417"/>
                <a:gd name="connsiteX4-119" fmla="*/ 6858000 w 6858000"/>
                <a:gd name="connsiteY4-120" fmla="*/ 3954046 h 6459417"/>
                <a:gd name="connsiteX5-121" fmla="*/ 6858000 w 6858000"/>
                <a:gd name="connsiteY5-122" fmla="*/ 4098468 h 6459417"/>
                <a:gd name="connsiteX6-123" fmla="*/ 6858000 w 6858000"/>
                <a:gd name="connsiteY6-124" fmla="*/ 4180650 h 6459417"/>
                <a:gd name="connsiteX7-125" fmla="*/ 6858000 w 6858000"/>
                <a:gd name="connsiteY7-126" fmla="*/ 6459417 h 6459417"/>
                <a:gd name="connsiteX8-127" fmla="*/ 0 w 6858000"/>
                <a:gd name="connsiteY8-128" fmla="*/ 6459417 h 6459417"/>
                <a:gd name="connsiteX9-129" fmla="*/ 0 w 6858000"/>
                <a:gd name="connsiteY9-130" fmla="*/ 4180650 h 6459417"/>
                <a:gd name="connsiteX10-131" fmla="*/ 0 w 6858000"/>
                <a:gd name="connsiteY10-132" fmla="*/ 4098468 h 6459417"/>
                <a:gd name="connsiteX11-133" fmla="*/ 0 w 6858000"/>
                <a:gd name="connsiteY11-134" fmla="*/ 3954046 h 6459417"/>
                <a:gd name="connsiteX12-135" fmla="*/ 0 w 6858000"/>
                <a:gd name="connsiteY12-136" fmla="*/ 3295924 h 6459417"/>
                <a:gd name="connsiteX13-137" fmla="*/ 0 w 6858000"/>
                <a:gd name="connsiteY13-138" fmla="*/ 1819701 h 6459417"/>
                <a:gd name="connsiteX14-139" fmla="*/ 0 w 6858000"/>
                <a:gd name="connsiteY14-140" fmla="*/ 1675279 h 6459417"/>
                <a:gd name="connsiteX15-141" fmla="*/ 0 w 6858000"/>
                <a:gd name="connsiteY15-142" fmla="*/ 1017157 h 6459417"/>
                <a:gd name="connsiteX16-143" fmla="*/ 6858000 w 6858000"/>
                <a:gd name="connsiteY16-144" fmla="*/ 0 h 6459417"/>
                <a:gd name="connsiteX0-145" fmla="*/ 6858000 w 6858000"/>
                <a:gd name="connsiteY0-146" fmla="*/ 0 h 6459417"/>
                <a:gd name="connsiteX1-147" fmla="*/ 6858000 w 6858000"/>
                <a:gd name="connsiteY1-148" fmla="*/ 1675279 h 6459417"/>
                <a:gd name="connsiteX2-149" fmla="*/ 6858000 w 6858000"/>
                <a:gd name="connsiteY2-150" fmla="*/ 1819701 h 6459417"/>
                <a:gd name="connsiteX3-151" fmla="*/ 6858000 w 6858000"/>
                <a:gd name="connsiteY3-152" fmla="*/ 2278767 h 6459417"/>
                <a:gd name="connsiteX4-153" fmla="*/ 6858000 w 6858000"/>
                <a:gd name="connsiteY4-154" fmla="*/ 3954046 h 6459417"/>
                <a:gd name="connsiteX5-155" fmla="*/ 6858000 w 6858000"/>
                <a:gd name="connsiteY5-156" fmla="*/ 4098468 h 6459417"/>
                <a:gd name="connsiteX6-157" fmla="*/ 6858000 w 6858000"/>
                <a:gd name="connsiteY6-158" fmla="*/ 4180650 h 6459417"/>
                <a:gd name="connsiteX7-159" fmla="*/ 6858000 w 6858000"/>
                <a:gd name="connsiteY7-160" fmla="*/ 6459417 h 6459417"/>
                <a:gd name="connsiteX8-161" fmla="*/ 0 w 6858000"/>
                <a:gd name="connsiteY8-162" fmla="*/ 6459417 h 6459417"/>
                <a:gd name="connsiteX9-163" fmla="*/ 0 w 6858000"/>
                <a:gd name="connsiteY9-164" fmla="*/ 4180650 h 6459417"/>
                <a:gd name="connsiteX10-165" fmla="*/ 0 w 6858000"/>
                <a:gd name="connsiteY10-166" fmla="*/ 4098468 h 6459417"/>
                <a:gd name="connsiteX11-167" fmla="*/ 0 w 6858000"/>
                <a:gd name="connsiteY11-168" fmla="*/ 3954046 h 6459417"/>
                <a:gd name="connsiteX12-169" fmla="*/ 0 w 6858000"/>
                <a:gd name="connsiteY12-170" fmla="*/ 3295924 h 6459417"/>
                <a:gd name="connsiteX13-171" fmla="*/ 0 w 6858000"/>
                <a:gd name="connsiteY13-172" fmla="*/ 1819701 h 6459417"/>
                <a:gd name="connsiteX14-173" fmla="*/ 0 w 6858000"/>
                <a:gd name="connsiteY14-174" fmla="*/ 1675279 h 6459417"/>
                <a:gd name="connsiteX15-175" fmla="*/ 0 w 6858000"/>
                <a:gd name="connsiteY15-176" fmla="*/ 1017157 h 6459417"/>
                <a:gd name="connsiteX16-177" fmla="*/ 6858000 w 6858000"/>
                <a:gd name="connsiteY16-178" fmla="*/ 0 h 6459417"/>
                <a:gd name="connsiteX0-179" fmla="*/ 6858000 w 6858000"/>
                <a:gd name="connsiteY0-180" fmla="*/ 0 h 6459417"/>
                <a:gd name="connsiteX1-181" fmla="*/ 6858000 w 6858000"/>
                <a:gd name="connsiteY1-182" fmla="*/ 1675279 h 6459417"/>
                <a:gd name="connsiteX2-183" fmla="*/ 6858000 w 6858000"/>
                <a:gd name="connsiteY2-184" fmla="*/ 1819701 h 6459417"/>
                <a:gd name="connsiteX3-185" fmla="*/ 6858000 w 6858000"/>
                <a:gd name="connsiteY3-186" fmla="*/ 2278767 h 6459417"/>
                <a:gd name="connsiteX4-187" fmla="*/ 6858000 w 6858000"/>
                <a:gd name="connsiteY4-188" fmla="*/ 3954046 h 6459417"/>
                <a:gd name="connsiteX5-189" fmla="*/ 6858000 w 6858000"/>
                <a:gd name="connsiteY5-190" fmla="*/ 4098468 h 6459417"/>
                <a:gd name="connsiteX6-191" fmla="*/ 6858000 w 6858000"/>
                <a:gd name="connsiteY6-192" fmla="*/ 4180650 h 6459417"/>
                <a:gd name="connsiteX7-193" fmla="*/ 6858000 w 6858000"/>
                <a:gd name="connsiteY7-194" fmla="*/ 6459417 h 6459417"/>
                <a:gd name="connsiteX8-195" fmla="*/ 0 w 6858000"/>
                <a:gd name="connsiteY8-196" fmla="*/ 6459417 h 6459417"/>
                <a:gd name="connsiteX9-197" fmla="*/ 0 w 6858000"/>
                <a:gd name="connsiteY9-198" fmla="*/ 4180650 h 6459417"/>
                <a:gd name="connsiteX10-199" fmla="*/ 0 w 6858000"/>
                <a:gd name="connsiteY10-200" fmla="*/ 4098468 h 6459417"/>
                <a:gd name="connsiteX11-201" fmla="*/ 0 w 6858000"/>
                <a:gd name="connsiteY11-202" fmla="*/ 3954046 h 6459417"/>
                <a:gd name="connsiteX12-203" fmla="*/ 0 w 6858000"/>
                <a:gd name="connsiteY12-204" fmla="*/ 3295924 h 6459417"/>
                <a:gd name="connsiteX13-205" fmla="*/ 0 w 6858000"/>
                <a:gd name="connsiteY13-206" fmla="*/ 1819701 h 6459417"/>
                <a:gd name="connsiteX14-207" fmla="*/ 0 w 6858000"/>
                <a:gd name="connsiteY14-208" fmla="*/ 1675279 h 6459417"/>
                <a:gd name="connsiteX15-209" fmla="*/ 0 w 6858000"/>
                <a:gd name="connsiteY15-210" fmla="*/ 1017157 h 6459417"/>
                <a:gd name="connsiteX16-211" fmla="*/ 6858000 w 6858000"/>
                <a:gd name="connsiteY16-212" fmla="*/ 0 h 6459417"/>
                <a:gd name="connsiteX0-213" fmla="*/ 6858000 w 6858000"/>
                <a:gd name="connsiteY0-214" fmla="*/ 0 h 6459417"/>
                <a:gd name="connsiteX1-215" fmla="*/ 6858000 w 6858000"/>
                <a:gd name="connsiteY1-216" fmla="*/ 1675279 h 6459417"/>
                <a:gd name="connsiteX2-217" fmla="*/ 6858000 w 6858000"/>
                <a:gd name="connsiteY2-218" fmla="*/ 1819701 h 6459417"/>
                <a:gd name="connsiteX3-219" fmla="*/ 6858000 w 6858000"/>
                <a:gd name="connsiteY3-220" fmla="*/ 2278767 h 6459417"/>
                <a:gd name="connsiteX4-221" fmla="*/ 6858000 w 6858000"/>
                <a:gd name="connsiteY4-222" fmla="*/ 3954046 h 6459417"/>
                <a:gd name="connsiteX5-223" fmla="*/ 6858000 w 6858000"/>
                <a:gd name="connsiteY5-224" fmla="*/ 4098468 h 6459417"/>
                <a:gd name="connsiteX6-225" fmla="*/ 6858000 w 6858000"/>
                <a:gd name="connsiteY6-226" fmla="*/ 4180650 h 6459417"/>
                <a:gd name="connsiteX7-227" fmla="*/ 6858000 w 6858000"/>
                <a:gd name="connsiteY7-228" fmla="*/ 6459417 h 6459417"/>
                <a:gd name="connsiteX8-229" fmla="*/ 0 w 6858000"/>
                <a:gd name="connsiteY8-230" fmla="*/ 6459417 h 6459417"/>
                <a:gd name="connsiteX9-231" fmla="*/ 0 w 6858000"/>
                <a:gd name="connsiteY9-232" fmla="*/ 4180650 h 6459417"/>
                <a:gd name="connsiteX10-233" fmla="*/ 0 w 6858000"/>
                <a:gd name="connsiteY10-234" fmla="*/ 4098468 h 6459417"/>
                <a:gd name="connsiteX11-235" fmla="*/ 0 w 6858000"/>
                <a:gd name="connsiteY11-236" fmla="*/ 3954046 h 6459417"/>
                <a:gd name="connsiteX12-237" fmla="*/ 0 w 6858000"/>
                <a:gd name="connsiteY12-238" fmla="*/ 3295924 h 6459417"/>
                <a:gd name="connsiteX13-239" fmla="*/ 0 w 6858000"/>
                <a:gd name="connsiteY13-240" fmla="*/ 1819701 h 6459417"/>
                <a:gd name="connsiteX14-241" fmla="*/ 0 w 6858000"/>
                <a:gd name="connsiteY14-242" fmla="*/ 1675279 h 6459417"/>
                <a:gd name="connsiteX15-243" fmla="*/ 0 w 6858000"/>
                <a:gd name="connsiteY15-244" fmla="*/ 1017157 h 6459417"/>
                <a:gd name="connsiteX16-245" fmla="*/ 6858000 w 6858000"/>
                <a:gd name="connsiteY16-246" fmla="*/ 0 h 6459417"/>
                <a:gd name="connsiteX0-247" fmla="*/ 6858000 w 6858000"/>
                <a:gd name="connsiteY0-248" fmla="*/ 0 h 6459417"/>
                <a:gd name="connsiteX1-249" fmla="*/ 6858000 w 6858000"/>
                <a:gd name="connsiteY1-250" fmla="*/ 1675279 h 6459417"/>
                <a:gd name="connsiteX2-251" fmla="*/ 6858000 w 6858000"/>
                <a:gd name="connsiteY2-252" fmla="*/ 1819701 h 6459417"/>
                <a:gd name="connsiteX3-253" fmla="*/ 6858000 w 6858000"/>
                <a:gd name="connsiteY3-254" fmla="*/ 2278767 h 6459417"/>
                <a:gd name="connsiteX4-255" fmla="*/ 6858000 w 6858000"/>
                <a:gd name="connsiteY4-256" fmla="*/ 3954046 h 6459417"/>
                <a:gd name="connsiteX5-257" fmla="*/ 6858000 w 6858000"/>
                <a:gd name="connsiteY5-258" fmla="*/ 4098468 h 6459417"/>
                <a:gd name="connsiteX6-259" fmla="*/ 6858000 w 6858000"/>
                <a:gd name="connsiteY6-260" fmla="*/ 4180650 h 6459417"/>
                <a:gd name="connsiteX7-261" fmla="*/ 6858000 w 6858000"/>
                <a:gd name="connsiteY7-262" fmla="*/ 6459417 h 6459417"/>
                <a:gd name="connsiteX8-263" fmla="*/ 0 w 6858000"/>
                <a:gd name="connsiteY8-264" fmla="*/ 6459417 h 6459417"/>
                <a:gd name="connsiteX9-265" fmla="*/ 0 w 6858000"/>
                <a:gd name="connsiteY9-266" fmla="*/ 4180650 h 6459417"/>
                <a:gd name="connsiteX10-267" fmla="*/ 0 w 6858000"/>
                <a:gd name="connsiteY10-268" fmla="*/ 4098468 h 6459417"/>
                <a:gd name="connsiteX11-269" fmla="*/ 0 w 6858000"/>
                <a:gd name="connsiteY11-270" fmla="*/ 3954046 h 6459417"/>
                <a:gd name="connsiteX12-271" fmla="*/ 0 w 6858000"/>
                <a:gd name="connsiteY12-272" fmla="*/ 3295924 h 6459417"/>
                <a:gd name="connsiteX13-273" fmla="*/ 0 w 6858000"/>
                <a:gd name="connsiteY13-274" fmla="*/ 1819701 h 6459417"/>
                <a:gd name="connsiteX14-275" fmla="*/ 0 w 6858000"/>
                <a:gd name="connsiteY14-276" fmla="*/ 1675279 h 6459417"/>
                <a:gd name="connsiteX15-277" fmla="*/ 0 w 6858000"/>
                <a:gd name="connsiteY15-278" fmla="*/ 1017157 h 6459417"/>
                <a:gd name="connsiteX16-279" fmla="*/ 6858000 w 6858000"/>
                <a:gd name="connsiteY16-280" fmla="*/ 0 h 6459417"/>
                <a:gd name="connsiteX0-281" fmla="*/ 6858000 w 6858000"/>
                <a:gd name="connsiteY0-282" fmla="*/ 0 h 6459417"/>
                <a:gd name="connsiteX1-283" fmla="*/ 6858000 w 6858000"/>
                <a:gd name="connsiteY1-284" fmla="*/ 1675279 h 6459417"/>
                <a:gd name="connsiteX2-285" fmla="*/ 6858000 w 6858000"/>
                <a:gd name="connsiteY2-286" fmla="*/ 1819701 h 6459417"/>
                <a:gd name="connsiteX3-287" fmla="*/ 6858000 w 6858000"/>
                <a:gd name="connsiteY3-288" fmla="*/ 2278767 h 6459417"/>
                <a:gd name="connsiteX4-289" fmla="*/ 6858000 w 6858000"/>
                <a:gd name="connsiteY4-290" fmla="*/ 3954046 h 6459417"/>
                <a:gd name="connsiteX5-291" fmla="*/ 6858000 w 6858000"/>
                <a:gd name="connsiteY5-292" fmla="*/ 4098468 h 6459417"/>
                <a:gd name="connsiteX6-293" fmla="*/ 6858000 w 6858000"/>
                <a:gd name="connsiteY6-294" fmla="*/ 4180650 h 6459417"/>
                <a:gd name="connsiteX7-295" fmla="*/ 6858000 w 6858000"/>
                <a:gd name="connsiteY7-296" fmla="*/ 6459417 h 6459417"/>
                <a:gd name="connsiteX8-297" fmla="*/ 0 w 6858000"/>
                <a:gd name="connsiteY8-298" fmla="*/ 6459417 h 6459417"/>
                <a:gd name="connsiteX9-299" fmla="*/ 0 w 6858000"/>
                <a:gd name="connsiteY9-300" fmla="*/ 4180650 h 6459417"/>
                <a:gd name="connsiteX10-301" fmla="*/ 0 w 6858000"/>
                <a:gd name="connsiteY10-302" fmla="*/ 4098468 h 6459417"/>
                <a:gd name="connsiteX11-303" fmla="*/ 0 w 6858000"/>
                <a:gd name="connsiteY11-304" fmla="*/ 3954046 h 6459417"/>
                <a:gd name="connsiteX12-305" fmla="*/ 0 w 6858000"/>
                <a:gd name="connsiteY12-306" fmla="*/ 3295924 h 6459417"/>
                <a:gd name="connsiteX13-307" fmla="*/ 0 w 6858000"/>
                <a:gd name="connsiteY13-308" fmla="*/ 1819701 h 6459417"/>
                <a:gd name="connsiteX14-309" fmla="*/ 0 w 6858000"/>
                <a:gd name="connsiteY14-310" fmla="*/ 1675279 h 6459417"/>
                <a:gd name="connsiteX15-311" fmla="*/ 0 w 6858000"/>
                <a:gd name="connsiteY15-312" fmla="*/ 1017157 h 6459417"/>
                <a:gd name="connsiteX16-313" fmla="*/ 6858000 w 6858000"/>
                <a:gd name="connsiteY16-314" fmla="*/ 0 h 6459417"/>
                <a:gd name="connsiteX0-315" fmla="*/ 6858000 w 6858000"/>
                <a:gd name="connsiteY0-316" fmla="*/ 0 h 6459417"/>
                <a:gd name="connsiteX1-317" fmla="*/ 6858000 w 6858000"/>
                <a:gd name="connsiteY1-318" fmla="*/ 1675279 h 6459417"/>
                <a:gd name="connsiteX2-319" fmla="*/ 6858000 w 6858000"/>
                <a:gd name="connsiteY2-320" fmla="*/ 1819701 h 6459417"/>
                <a:gd name="connsiteX3-321" fmla="*/ 6858000 w 6858000"/>
                <a:gd name="connsiteY3-322" fmla="*/ 2278767 h 6459417"/>
                <a:gd name="connsiteX4-323" fmla="*/ 6858000 w 6858000"/>
                <a:gd name="connsiteY4-324" fmla="*/ 3954046 h 6459417"/>
                <a:gd name="connsiteX5-325" fmla="*/ 6858000 w 6858000"/>
                <a:gd name="connsiteY5-326" fmla="*/ 4098468 h 6459417"/>
                <a:gd name="connsiteX6-327" fmla="*/ 6858000 w 6858000"/>
                <a:gd name="connsiteY6-328" fmla="*/ 4180650 h 6459417"/>
                <a:gd name="connsiteX7-329" fmla="*/ 6858000 w 6858000"/>
                <a:gd name="connsiteY7-330" fmla="*/ 6459417 h 6459417"/>
                <a:gd name="connsiteX8-331" fmla="*/ 0 w 6858000"/>
                <a:gd name="connsiteY8-332" fmla="*/ 6459417 h 6459417"/>
                <a:gd name="connsiteX9-333" fmla="*/ 0 w 6858000"/>
                <a:gd name="connsiteY9-334" fmla="*/ 4180650 h 6459417"/>
                <a:gd name="connsiteX10-335" fmla="*/ 0 w 6858000"/>
                <a:gd name="connsiteY10-336" fmla="*/ 4098468 h 6459417"/>
                <a:gd name="connsiteX11-337" fmla="*/ 0 w 6858000"/>
                <a:gd name="connsiteY11-338" fmla="*/ 3954046 h 6459417"/>
                <a:gd name="connsiteX12-339" fmla="*/ 0 w 6858000"/>
                <a:gd name="connsiteY12-340" fmla="*/ 3295924 h 6459417"/>
                <a:gd name="connsiteX13-341" fmla="*/ 0 w 6858000"/>
                <a:gd name="connsiteY13-342" fmla="*/ 1819701 h 6459417"/>
                <a:gd name="connsiteX14-343" fmla="*/ 0 w 6858000"/>
                <a:gd name="connsiteY14-344" fmla="*/ 1675279 h 6459417"/>
                <a:gd name="connsiteX15-345" fmla="*/ 0 w 6858000"/>
                <a:gd name="connsiteY15-346" fmla="*/ 1017157 h 6459417"/>
                <a:gd name="connsiteX16-347" fmla="*/ 6858000 w 6858000"/>
                <a:gd name="connsiteY16-348" fmla="*/ 0 h 6459417"/>
                <a:gd name="connsiteX0-349" fmla="*/ 6858000 w 6858000"/>
                <a:gd name="connsiteY0-350" fmla="*/ 0 h 6459417"/>
                <a:gd name="connsiteX1-351" fmla="*/ 6858000 w 6858000"/>
                <a:gd name="connsiteY1-352" fmla="*/ 1675279 h 6459417"/>
                <a:gd name="connsiteX2-353" fmla="*/ 6858000 w 6858000"/>
                <a:gd name="connsiteY2-354" fmla="*/ 1819701 h 6459417"/>
                <a:gd name="connsiteX3-355" fmla="*/ 6858000 w 6858000"/>
                <a:gd name="connsiteY3-356" fmla="*/ 2278767 h 6459417"/>
                <a:gd name="connsiteX4-357" fmla="*/ 6858000 w 6858000"/>
                <a:gd name="connsiteY4-358" fmla="*/ 3954046 h 6459417"/>
                <a:gd name="connsiteX5-359" fmla="*/ 6858000 w 6858000"/>
                <a:gd name="connsiteY5-360" fmla="*/ 4098468 h 6459417"/>
                <a:gd name="connsiteX6-361" fmla="*/ 6858000 w 6858000"/>
                <a:gd name="connsiteY6-362" fmla="*/ 4180650 h 6459417"/>
                <a:gd name="connsiteX7-363" fmla="*/ 6858000 w 6858000"/>
                <a:gd name="connsiteY7-364" fmla="*/ 6459417 h 6459417"/>
                <a:gd name="connsiteX8-365" fmla="*/ 0 w 6858000"/>
                <a:gd name="connsiteY8-366" fmla="*/ 6459417 h 6459417"/>
                <a:gd name="connsiteX9-367" fmla="*/ 0 w 6858000"/>
                <a:gd name="connsiteY9-368" fmla="*/ 4180650 h 6459417"/>
                <a:gd name="connsiteX10-369" fmla="*/ 0 w 6858000"/>
                <a:gd name="connsiteY10-370" fmla="*/ 4098468 h 6459417"/>
                <a:gd name="connsiteX11-371" fmla="*/ 0 w 6858000"/>
                <a:gd name="connsiteY11-372" fmla="*/ 3954046 h 6459417"/>
                <a:gd name="connsiteX12-373" fmla="*/ 0 w 6858000"/>
                <a:gd name="connsiteY12-374" fmla="*/ 3295924 h 6459417"/>
                <a:gd name="connsiteX13-375" fmla="*/ 0 w 6858000"/>
                <a:gd name="connsiteY13-376" fmla="*/ 1819701 h 6459417"/>
                <a:gd name="connsiteX14-377" fmla="*/ 0 w 6858000"/>
                <a:gd name="connsiteY14-378" fmla="*/ 1675279 h 6459417"/>
                <a:gd name="connsiteX15-379" fmla="*/ 0 w 6858000"/>
                <a:gd name="connsiteY15-380" fmla="*/ 1017157 h 6459417"/>
                <a:gd name="connsiteX16-381" fmla="*/ 6858000 w 6858000"/>
                <a:gd name="connsiteY16-382" fmla="*/ 0 h 6459417"/>
                <a:gd name="connsiteX0-383" fmla="*/ 6858000 w 6858000"/>
                <a:gd name="connsiteY0-384" fmla="*/ 0 h 6459417"/>
                <a:gd name="connsiteX1-385" fmla="*/ 6858000 w 6858000"/>
                <a:gd name="connsiteY1-386" fmla="*/ 1675279 h 6459417"/>
                <a:gd name="connsiteX2-387" fmla="*/ 6858000 w 6858000"/>
                <a:gd name="connsiteY2-388" fmla="*/ 1819701 h 6459417"/>
                <a:gd name="connsiteX3-389" fmla="*/ 6858000 w 6858000"/>
                <a:gd name="connsiteY3-390" fmla="*/ 2278767 h 6459417"/>
                <a:gd name="connsiteX4-391" fmla="*/ 6858000 w 6858000"/>
                <a:gd name="connsiteY4-392" fmla="*/ 3954046 h 6459417"/>
                <a:gd name="connsiteX5-393" fmla="*/ 6858000 w 6858000"/>
                <a:gd name="connsiteY5-394" fmla="*/ 4098468 h 6459417"/>
                <a:gd name="connsiteX6-395" fmla="*/ 6858000 w 6858000"/>
                <a:gd name="connsiteY6-396" fmla="*/ 4180650 h 6459417"/>
                <a:gd name="connsiteX7-397" fmla="*/ 6858000 w 6858000"/>
                <a:gd name="connsiteY7-398" fmla="*/ 6459417 h 6459417"/>
                <a:gd name="connsiteX8-399" fmla="*/ 0 w 6858000"/>
                <a:gd name="connsiteY8-400" fmla="*/ 6459417 h 6459417"/>
                <a:gd name="connsiteX9-401" fmla="*/ 0 w 6858000"/>
                <a:gd name="connsiteY9-402" fmla="*/ 4180650 h 6459417"/>
                <a:gd name="connsiteX10-403" fmla="*/ 0 w 6858000"/>
                <a:gd name="connsiteY10-404" fmla="*/ 4098468 h 6459417"/>
                <a:gd name="connsiteX11-405" fmla="*/ 0 w 6858000"/>
                <a:gd name="connsiteY11-406" fmla="*/ 3954046 h 6459417"/>
                <a:gd name="connsiteX12-407" fmla="*/ 0 w 6858000"/>
                <a:gd name="connsiteY12-408" fmla="*/ 3295924 h 6459417"/>
                <a:gd name="connsiteX13-409" fmla="*/ 0 w 6858000"/>
                <a:gd name="connsiteY13-410" fmla="*/ 1819701 h 6459417"/>
                <a:gd name="connsiteX14-411" fmla="*/ 0 w 6858000"/>
                <a:gd name="connsiteY14-412" fmla="*/ 1675279 h 6459417"/>
                <a:gd name="connsiteX15-413" fmla="*/ 0 w 6858000"/>
                <a:gd name="connsiteY15-414" fmla="*/ 1017157 h 6459417"/>
                <a:gd name="connsiteX16-415" fmla="*/ 6858000 w 6858000"/>
                <a:gd name="connsiteY16-416" fmla="*/ 0 h 6459417"/>
                <a:gd name="connsiteX0-417" fmla="*/ 6858003 w 6858003"/>
                <a:gd name="connsiteY0-418" fmla="*/ 0 h 6735189"/>
                <a:gd name="connsiteX1-419" fmla="*/ 6858000 w 6858003"/>
                <a:gd name="connsiteY1-420" fmla="*/ 1951051 h 6735189"/>
                <a:gd name="connsiteX2-421" fmla="*/ 6858000 w 6858003"/>
                <a:gd name="connsiteY2-422" fmla="*/ 2095473 h 6735189"/>
                <a:gd name="connsiteX3-423" fmla="*/ 6858000 w 6858003"/>
                <a:gd name="connsiteY3-424" fmla="*/ 2554539 h 6735189"/>
                <a:gd name="connsiteX4-425" fmla="*/ 6858000 w 6858003"/>
                <a:gd name="connsiteY4-426" fmla="*/ 4229818 h 6735189"/>
                <a:gd name="connsiteX5-427" fmla="*/ 6858000 w 6858003"/>
                <a:gd name="connsiteY5-428" fmla="*/ 4374240 h 6735189"/>
                <a:gd name="connsiteX6-429" fmla="*/ 6858000 w 6858003"/>
                <a:gd name="connsiteY6-430" fmla="*/ 4456422 h 6735189"/>
                <a:gd name="connsiteX7-431" fmla="*/ 6858000 w 6858003"/>
                <a:gd name="connsiteY7-432" fmla="*/ 6735189 h 6735189"/>
                <a:gd name="connsiteX8-433" fmla="*/ 0 w 6858003"/>
                <a:gd name="connsiteY8-434" fmla="*/ 6735189 h 6735189"/>
                <a:gd name="connsiteX9-435" fmla="*/ 0 w 6858003"/>
                <a:gd name="connsiteY9-436" fmla="*/ 4456422 h 6735189"/>
                <a:gd name="connsiteX10-437" fmla="*/ 0 w 6858003"/>
                <a:gd name="connsiteY10-438" fmla="*/ 4374240 h 6735189"/>
                <a:gd name="connsiteX11-439" fmla="*/ 0 w 6858003"/>
                <a:gd name="connsiteY11-440" fmla="*/ 4229818 h 6735189"/>
                <a:gd name="connsiteX12-441" fmla="*/ 0 w 6858003"/>
                <a:gd name="connsiteY12-442" fmla="*/ 3571696 h 6735189"/>
                <a:gd name="connsiteX13-443" fmla="*/ 0 w 6858003"/>
                <a:gd name="connsiteY13-444" fmla="*/ 2095473 h 6735189"/>
                <a:gd name="connsiteX14-445" fmla="*/ 0 w 6858003"/>
                <a:gd name="connsiteY14-446" fmla="*/ 1951051 h 6735189"/>
                <a:gd name="connsiteX15-447" fmla="*/ 0 w 6858003"/>
                <a:gd name="connsiteY15-448" fmla="*/ 1292929 h 6735189"/>
                <a:gd name="connsiteX16-449" fmla="*/ 6858003 w 6858003"/>
                <a:gd name="connsiteY16-450" fmla="*/ 0 h 6735189"/>
                <a:gd name="connsiteX0-451" fmla="*/ 6858003 w 6858003"/>
                <a:gd name="connsiteY0-452" fmla="*/ 0 h 6735189"/>
                <a:gd name="connsiteX1-453" fmla="*/ 6858000 w 6858003"/>
                <a:gd name="connsiteY1-454" fmla="*/ 1951051 h 6735189"/>
                <a:gd name="connsiteX2-455" fmla="*/ 6858000 w 6858003"/>
                <a:gd name="connsiteY2-456" fmla="*/ 2095473 h 6735189"/>
                <a:gd name="connsiteX3-457" fmla="*/ 6858000 w 6858003"/>
                <a:gd name="connsiteY3-458" fmla="*/ 2554539 h 6735189"/>
                <a:gd name="connsiteX4-459" fmla="*/ 6858000 w 6858003"/>
                <a:gd name="connsiteY4-460" fmla="*/ 4229818 h 6735189"/>
                <a:gd name="connsiteX5-461" fmla="*/ 6858000 w 6858003"/>
                <a:gd name="connsiteY5-462" fmla="*/ 4374240 h 6735189"/>
                <a:gd name="connsiteX6-463" fmla="*/ 6858000 w 6858003"/>
                <a:gd name="connsiteY6-464" fmla="*/ 4456422 h 6735189"/>
                <a:gd name="connsiteX7-465" fmla="*/ 6858000 w 6858003"/>
                <a:gd name="connsiteY7-466" fmla="*/ 6735189 h 6735189"/>
                <a:gd name="connsiteX8-467" fmla="*/ 0 w 6858003"/>
                <a:gd name="connsiteY8-468" fmla="*/ 6735189 h 6735189"/>
                <a:gd name="connsiteX9-469" fmla="*/ 0 w 6858003"/>
                <a:gd name="connsiteY9-470" fmla="*/ 4456422 h 6735189"/>
                <a:gd name="connsiteX10-471" fmla="*/ 0 w 6858003"/>
                <a:gd name="connsiteY10-472" fmla="*/ 4374240 h 6735189"/>
                <a:gd name="connsiteX11-473" fmla="*/ 0 w 6858003"/>
                <a:gd name="connsiteY11-474" fmla="*/ 4229818 h 6735189"/>
                <a:gd name="connsiteX12-475" fmla="*/ 0 w 6858003"/>
                <a:gd name="connsiteY12-476" fmla="*/ 3571696 h 6735189"/>
                <a:gd name="connsiteX13-477" fmla="*/ 0 w 6858003"/>
                <a:gd name="connsiteY13-478" fmla="*/ 2095473 h 6735189"/>
                <a:gd name="connsiteX14-479" fmla="*/ 0 w 6858003"/>
                <a:gd name="connsiteY14-480" fmla="*/ 1951051 h 6735189"/>
                <a:gd name="connsiteX15-481" fmla="*/ 0 w 6858003"/>
                <a:gd name="connsiteY15-482" fmla="*/ 1292929 h 6735189"/>
                <a:gd name="connsiteX16-483" fmla="*/ 6858003 w 6858003"/>
                <a:gd name="connsiteY16-484" fmla="*/ 0 h 6735189"/>
                <a:gd name="connsiteX0-485" fmla="*/ 6858003 w 6858003"/>
                <a:gd name="connsiteY0-486" fmla="*/ 0 h 6735189"/>
                <a:gd name="connsiteX1-487" fmla="*/ 6858000 w 6858003"/>
                <a:gd name="connsiteY1-488" fmla="*/ 1951051 h 6735189"/>
                <a:gd name="connsiteX2-489" fmla="*/ 6858000 w 6858003"/>
                <a:gd name="connsiteY2-490" fmla="*/ 2095473 h 6735189"/>
                <a:gd name="connsiteX3-491" fmla="*/ 6858000 w 6858003"/>
                <a:gd name="connsiteY3-492" fmla="*/ 2554539 h 6735189"/>
                <a:gd name="connsiteX4-493" fmla="*/ 6858000 w 6858003"/>
                <a:gd name="connsiteY4-494" fmla="*/ 4229818 h 6735189"/>
                <a:gd name="connsiteX5-495" fmla="*/ 6858000 w 6858003"/>
                <a:gd name="connsiteY5-496" fmla="*/ 4374240 h 6735189"/>
                <a:gd name="connsiteX6-497" fmla="*/ 6858000 w 6858003"/>
                <a:gd name="connsiteY6-498" fmla="*/ 4456422 h 6735189"/>
                <a:gd name="connsiteX7-499" fmla="*/ 6858000 w 6858003"/>
                <a:gd name="connsiteY7-500" fmla="*/ 6735189 h 6735189"/>
                <a:gd name="connsiteX8-501" fmla="*/ 0 w 6858003"/>
                <a:gd name="connsiteY8-502" fmla="*/ 6735189 h 6735189"/>
                <a:gd name="connsiteX9-503" fmla="*/ 0 w 6858003"/>
                <a:gd name="connsiteY9-504" fmla="*/ 4456422 h 6735189"/>
                <a:gd name="connsiteX10-505" fmla="*/ 0 w 6858003"/>
                <a:gd name="connsiteY10-506" fmla="*/ 4374240 h 6735189"/>
                <a:gd name="connsiteX11-507" fmla="*/ 0 w 6858003"/>
                <a:gd name="connsiteY11-508" fmla="*/ 4229818 h 6735189"/>
                <a:gd name="connsiteX12-509" fmla="*/ 0 w 6858003"/>
                <a:gd name="connsiteY12-510" fmla="*/ 3571696 h 6735189"/>
                <a:gd name="connsiteX13-511" fmla="*/ 0 w 6858003"/>
                <a:gd name="connsiteY13-512" fmla="*/ 2095473 h 6735189"/>
                <a:gd name="connsiteX14-513" fmla="*/ 0 w 6858003"/>
                <a:gd name="connsiteY14-514" fmla="*/ 1951051 h 6735189"/>
                <a:gd name="connsiteX15-515" fmla="*/ 0 w 6858003"/>
                <a:gd name="connsiteY15-516" fmla="*/ 1292929 h 6735189"/>
                <a:gd name="connsiteX16-517" fmla="*/ 6858003 w 6858003"/>
                <a:gd name="connsiteY16-518" fmla="*/ 0 h 6735189"/>
                <a:gd name="connsiteX0-519" fmla="*/ 6858003 w 6858003"/>
                <a:gd name="connsiteY0-520" fmla="*/ 0 h 6735189"/>
                <a:gd name="connsiteX1-521" fmla="*/ 6858000 w 6858003"/>
                <a:gd name="connsiteY1-522" fmla="*/ 1951051 h 6735189"/>
                <a:gd name="connsiteX2-523" fmla="*/ 6858000 w 6858003"/>
                <a:gd name="connsiteY2-524" fmla="*/ 2095473 h 6735189"/>
                <a:gd name="connsiteX3-525" fmla="*/ 6858000 w 6858003"/>
                <a:gd name="connsiteY3-526" fmla="*/ 2554539 h 6735189"/>
                <a:gd name="connsiteX4-527" fmla="*/ 6858000 w 6858003"/>
                <a:gd name="connsiteY4-528" fmla="*/ 4229818 h 6735189"/>
                <a:gd name="connsiteX5-529" fmla="*/ 6858000 w 6858003"/>
                <a:gd name="connsiteY5-530" fmla="*/ 4374240 h 6735189"/>
                <a:gd name="connsiteX6-531" fmla="*/ 6858000 w 6858003"/>
                <a:gd name="connsiteY6-532" fmla="*/ 4456422 h 6735189"/>
                <a:gd name="connsiteX7-533" fmla="*/ 6858000 w 6858003"/>
                <a:gd name="connsiteY7-534" fmla="*/ 6735189 h 6735189"/>
                <a:gd name="connsiteX8-535" fmla="*/ 0 w 6858003"/>
                <a:gd name="connsiteY8-536" fmla="*/ 6735189 h 6735189"/>
                <a:gd name="connsiteX9-537" fmla="*/ 0 w 6858003"/>
                <a:gd name="connsiteY9-538" fmla="*/ 4456422 h 6735189"/>
                <a:gd name="connsiteX10-539" fmla="*/ 0 w 6858003"/>
                <a:gd name="connsiteY10-540" fmla="*/ 4374240 h 6735189"/>
                <a:gd name="connsiteX11-541" fmla="*/ 0 w 6858003"/>
                <a:gd name="connsiteY11-542" fmla="*/ 4229818 h 6735189"/>
                <a:gd name="connsiteX12-543" fmla="*/ 0 w 6858003"/>
                <a:gd name="connsiteY12-544" fmla="*/ 3571696 h 6735189"/>
                <a:gd name="connsiteX13-545" fmla="*/ 0 w 6858003"/>
                <a:gd name="connsiteY13-546" fmla="*/ 2095473 h 6735189"/>
                <a:gd name="connsiteX14-547" fmla="*/ 0 w 6858003"/>
                <a:gd name="connsiteY14-548" fmla="*/ 1951051 h 6735189"/>
                <a:gd name="connsiteX15-549" fmla="*/ 0 w 6858003"/>
                <a:gd name="connsiteY15-550" fmla="*/ 1292929 h 6735189"/>
                <a:gd name="connsiteX16-551" fmla="*/ 6858003 w 6858003"/>
                <a:gd name="connsiteY16-552" fmla="*/ 0 h 6735189"/>
                <a:gd name="connsiteX0-553" fmla="*/ 6858003 w 6858003"/>
                <a:gd name="connsiteY0-554" fmla="*/ 0 h 6735189"/>
                <a:gd name="connsiteX1-555" fmla="*/ 6858000 w 6858003"/>
                <a:gd name="connsiteY1-556" fmla="*/ 1951051 h 6735189"/>
                <a:gd name="connsiteX2-557" fmla="*/ 6858000 w 6858003"/>
                <a:gd name="connsiteY2-558" fmla="*/ 2095473 h 6735189"/>
                <a:gd name="connsiteX3-559" fmla="*/ 6858000 w 6858003"/>
                <a:gd name="connsiteY3-560" fmla="*/ 2554539 h 6735189"/>
                <a:gd name="connsiteX4-561" fmla="*/ 6858000 w 6858003"/>
                <a:gd name="connsiteY4-562" fmla="*/ 4229818 h 6735189"/>
                <a:gd name="connsiteX5-563" fmla="*/ 6858000 w 6858003"/>
                <a:gd name="connsiteY5-564" fmla="*/ 4374240 h 6735189"/>
                <a:gd name="connsiteX6-565" fmla="*/ 6858000 w 6858003"/>
                <a:gd name="connsiteY6-566" fmla="*/ 4456422 h 6735189"/>
                <a:gd name="connsiteX7-567" fmla="*/ 6858000 w 6858003"/>
                <a:gd name="connsiteY7-568" fmla="*/ 6735189 h 6735189"/>
                <a:gd name="connsiteX8-569" fmla="*/ 0 w 6858003"/>
                <a:gd name="connsiteY8-570" fmla="*/ 6735189 h 6735189"/>
                <a:gd name="connsiteX9-571" fmla="*/ 0 w 6858003"/>
                <a:gd name="connsiteY9-572" fmla="*/ 4456422 h 6735189"/>
                <a:gd name="connsiteX10-573" fmla="*/ 0 w 6858003"/>
                <a:gd name="connsiteY10-574" fmla="*/ 4374240 h 6735189"/>
                <a:gd name="connsiteX11-575" fmla="*/ 0 w 6858003"/>
                <a:gd name="connsiteY11-576" fmla="*/ 4229818 h 6735189"/>
                <a:gd name="connsiteX12-577" fmla="*/ 0 w 6858003"/>
                <a:gd name="connsiteY12-578" fmla="*/ 3571696 h 6735189"/>
                <a:gd name="connsiteX13-579" fmla="*/ 0 w 6858003"/>
                <a:gd name="connsiteY13-580" fmla="*/ 2095473 h 6735189"/>
                <a:gd name="connsiteX14-581" fmla="*/ 0 w 6858003"/>
                <a:gd name="connsiteY14-582" fmla="*/ 1951051 h 6735189"/>
                <a:gd name="connsiteX15-583" fmla="*/ 0 w 6858003"/>
                <a:gd name="connsiteY15-584" fmla="*/ 1292929 h 6735189"/>
                <a:gd name="connsiteX16-585" fmla="*/ 6858003 w 6858003"/>
                <a:gd name="connsiteY16-586" fmla="*/ 0 h 6735189"/>
                <a:gd name="connsiteX0-587" fmla="*/ 6858003 w 6858003"/>
                <a:gd name="connsiteY0-588" fmla="*/ 0 h 7431875"/>
                <a:gd name="connsiteX1-589" fmla="*/ 6858000 w 6858003"/>
                <a:gd name="connsiteY1-590" fmla="*/ 2647737 h 7431875"/>
                <a:gd name="connsiteX2-591" fmla="*/ 6858000 w 6858003"/>
                <a:gd name="connsiteY2-592" fmla="*/ 2792159 h 7431875"/>
                <a:gd name="connsiteX3-593" fmla="*/ 6858000 w 6858003"/>
                <a:gd name="connsiteY3-594" fmla="*/ 3251225 h 7431875"/>
                <a:gd name="connsiteX4-595" fmla="*/ 6858000 w 6858003"/>
                <a:gd name="connsiteY4-596" fmla="*/ 4926504 h 7431875"/>
                <a:gd name="connsiteX5-597" fmla="*/ 6858000 w 6858003"/>
                <a:gd name="connsiteY5-598" fmla="*/ 5070926 h 7431875"/>
                <a:gd name="connsiteX6-599" fmla="*/ 6858000 w 6858003"/>
                <a:gd name="connsiteY6-600" fmla="*/ 5153108 h 7431875"/>
                <a:gd name="connsiteX7-601" fmla="*/ 6858000 w 6858003"/>
                <a:gd name="connsiteY7-602" fmla="*/ 7431875 h 7431875"/>
                <a:gd name="connsiteX8-603" fmla="*/ 0 w 6858003"/>
                <a:gd name="connsiteY8-604" fmla="*/ 7431875 h 7431875"/>
                <a:gd name="connsiteX9-605" fmla="*/ 0 w 6858003"/>
                <a:gd name="connsiteY9-606" fmla="*/ 5153108 h 7431875"/>
                <a:gd name="connsiteX10-607" fmla="*/ 0 w 6858003"/>
                <a:gd name="connsiteY10-608" fmla="*/ 5070926 h 7431875"/>
                <a:gd name="connsiteX11-609" fmla="*/ 0 w 6858003"/>
                <a:gd name="connsiteY11-610" fmla="*/ 4926504 h 7431875"/>
                <a:gd name="connsiteX12-611" fmla="*/ 0 w 6858003"/>
                <a:gd name="connsiteY12-612" fmla="*/ 4268382 h 7431875"/>
                <a:gd name="connsiteX13-613" fmla="*/ 0 w 6858003"/>
                <a:gd name="connsiteY13-614" fmla="*/ 2792159 h 7431875"/>
                <a:gd name="connsiteX14-615" fmla="*/ 0 w 6858003"/>
                <a:gd name="connsiteY14-616" fmla="*/ 2647737 h 7431875"/>
                <a:gd name="connsiteX15-617" fmla="*/ 0 w 6858003"/>
                <a:gd name="connsiteY15-618" fmla="*/ 1989615 h 7431875"/>
                <a:gd name="connsiteX16-619" fmla="*/ 6858003 w 6858003"/>
                <a:gd name="connsiteY16-620" fmla="*/ 0 h 7431875"/>
                <a:gd name="connsiteX0-621" fmla="*/ 6872517 w 6872517"/>
                <a:gd name="connsiteY0-622" fmla="*/ 0 h 7431875"/>
                <a:gd name="connsiteX1-623" fmla="*/ 6872514 w 6872517"/>
                <a:gd name="connsiteY1-624" fmla="*/ 2647737 h 7431875"/>
                <a:gd name="connsiteX2-625" fmla="*/ 6872514 w 6872517"/>
                <a:gd name="connsiteY2-626" fmla="*/ 2792159 h 7431875"/>
                <a:gd name="connsiteX3-627" fmla="*/ 6872514 w 6872517"/>
                <a:gd name="connsiteY3-628" fmla="*/ 3251225 h 7431875"/>
                <a:gd name="connsiteX4-629" fmla="*/ 6872514 w 6872517"/>
                <a:gd name="connsiteY4-630" fmla="*/ 4926504 h 7431875"/>
                <a:gd name="connsiteX5-631" fmla="*/ 6872514 w 6872517"/>
                <a:gd name="connsiteY5-632" fmla="*/ 5070926 h 7431875"/>
                <a:gd name="connsiteX6-633" fmla="*/ 6872514 w 6872517"/>
                <a:gd name="connsiteY6-634" fmla="*/ 5153108 h 7431875"/>
                <a:gd name="connsiteX7-635" fmla="*/ 6872514 w 6872517"/>
                <a:gd name="connsiteY7-636" fmla="*/ 7431875 h 7431875"/>
                <a:gd name="connsiteX8-637" fmla="*/ 14514 w 6872517"/>
                <a:gd name="connsiteY8-638" fmla="*/ 7431875 h 7431875"/>
                <a:gd name="connsiteX9-639" fmla="*/ 14514 w 6872517"/>
                <a:gd name="connsiteY9-640" fmla="*/ 5153108 h 7431875"/>
                <a:gd name="connsiteX10-641" fmla="*/ 14514 w 6872517"/>
                <a:gd name="connsiteY10-642" fmla="*/ 5070926 h 7431875"/>
                <a:gd name="connsiteX11-643" fmla="*/ 14514 w 6872517"/>
                <a:gd name="connsiteY11-644" fmla="*/ 4926504 h 7431875"/>
                <a:gd name="connsiteX12-645" fmla="*/ 14514 w 6872517"/>
                <a:gd name="connsiteY12-646" fmla="*/ 4268382 h 7431875"/>
                <a:gd name="connsiteX13-647" fmla="*/ 14514 w 6872517"/>
                <a:gd name="connsiteY13-648" fmla="*/ 2792159 h 7431875"/>
                <a:gd name="connsiteX14-649" fmla="*/ 14514 w 6872517"/>
                <a:gd name="connsiteY14-650" fmla="*/ 2647737 h 7431875"/>
                <a:gd name="connsiteX15-651" fmla="*/ 0 w 6872517"/>
                <a:gd name="connsiteY15-652" fmla="*/ 480129 h 7431875"/>
                <a:gd name="connsiteX16-653" fmla="*/ 6872517 w 6872517"/>
                <a:gd name="connsiteY16-654" fmla="*/ 0 h 7431875"/>
                <a:gd name="connsiteX0-655" fmla="*/ 6858003 w 6858003"/>
                <a:gd name="connsiteY0-656" fmla="*/ 0 h 7431875"/>
                <a:gd name="connsiteX1-657" fmla="*/ 6858000 w 6858003"/>
                <a:gd name="connsiteY1-658" fmla="*/ 2647737 h 7431875"/>
                <a:gd name="connsiteX2-659" fmla="*/ 6858000 w 6858003"/>
                <a:gd name="connsiteY2-660" fmla="*/ 2792159 h 7431875"/>
                <a:gd name="connsiteX3-661" fmla="*/ 6858000 w 6858003"/>
                <a:gd name="connsiteY3-662" fmla="*/ 3251225 h 7431875"/>
                <a:gd name="connsiteX4-663" fmla="*/ 6858000 w 6858003"/>
                <a:gd name="connsiteY4-664" fmla="*/ 4926504 h 7431875"/>
                <a:gd name="connsiteX5-665" fmla="*/ 6858000 w 6858003"/>
                <a:gd name="connsiteY5-666" fmla="*/ 5070926 h 7431875"/>
                <a:gd name="connsiteX6-667" fmla="*/ 6858000 w 6858003"/>
                <a:gd name="connsiteY6-668" fmla="*/ 5153108 h 7431875"/>
                <a:gd name="connsiteX7-669" fmla="*/ 6858000 w 6858003"/>
                <a:gd name="connsiteY7-670" fmla="*/ 7431875 h 7431875"/>
                <a:gd name="connsiteX8-671" fmla="*/ 0 w 6858003"/>
                <a:gd name="connsiteY8-672" fmla="*/ 7431875 h 7431875"/>
                <a:gd name="connsiteX9-673" fmla="*/ 0 w 6858003"/>
                <a:gd name="connsiteY9-674" fmla="*/ 5153108 h 7431875"/>
                <a:gd name="connsiteX10-675" fmla="*/ 0 w 6858003"/>
                <a:gd name="connsiteY10-676" fmla="*/ 5070926 h 7431875"/>
                <a:gd name="connsiteX11-677" fmla="*/ 0 w 6858003"/>
                <a:gd name="connsiteY11-678" fmla="*/ 4926504 h 7431875"/>
                <a:gd name="connsiteX12-679" fmla="*/ 0 w 6858003"/>
                <a:gd name="connsiteY12-680" fmla="*/ 4268382 h 7431875"/>
                <a:gd name="connsiteX13-681" fmla="*/ 0 w 6858003"/>
                <a:gd name="connsiteY13-682" fmla="*/ 2792159 h 7431875"/>
                <a:gd name="connsiteX14-683" fmla="*/ 0 w 6858003"/>
                <a:gd name="connsiteY14-684" fmla="*/ 2647737 h 7431875"/>
                <a:gd name="connsiteX15-685" fmla="*/ 0 w 6858003"/>
                <a:gd name="connsiteY15-686" fmla="*/ 552701 h 7431875"/>
                <a:gd name="connsiteX16-687" fmla="*/ 6858003 w 6858003"/>
                <a:gd name="connsiteY16-688" fmla="*/ 0 h 7431875"/>
                <a:gd name="connsiteX0-689" fmla="*/ 6858003 w 6858003"/>
                <a:gd name="connsiteY0-690" fmla="*/ 0 h 7431875"/>
                <a:gd name="connsiteX1-691" fmla="*/ 6858000 w 6858003"/>
                <a:gd name="connsiteY1-692" fmla="*/ 2647737 h 7431875"/>
                <a:gd name="connsiteX2-693" fmla="*/ 6858000 w 6858003"/>
                <a:gd name="connsiteY2-694" fmla="*/ 2792159 h 7431875"/>
                <a:gd name="connsiteX3-695" fmla="*/ 6858000 w 6858003"/>
                <a:gd name="connsiteY3-696" fmla="*/ 3251225 h 7431875"/>
                <a:gd name="connsiteX4-697" fmla="*/ 6858000 w 6858003"/>
                <a:gd name="connsiteY4-698" fmla="*/ 4926504 h 7431875"/>
                <a:gd name="connsiteX5-699" fmla="*/ 6858000 w 6858003"/>
                <a:gd name="connsiteY5-700" fmla="*/ 5070926 h 7431875"/>
                <a:gd name="connsiteX6-701" fmla="*/ 6858000 w 6858003"/>
                <a:gd name="connsiteY6-702" fmla="*/ 5153108 h 7431875"/>
                <a:gd name="connsiteX7-703" fmla="*/ 6858000 w 6858003"/>
                <a:gd name="connsiteY7-704" fmla="*/ 7431875 h 7431875"/>
                <a:gd name="connsiteX8-705" fmla="*/ 0 w 6858003"/>
                <a:gd name="connsiteY8-706" fmla="*/ 7431875 h 7431875"/>
                <a:gd name="connsiteX9-707" fmla="*/ 0 w 6858003"/>
                <a:gd name="connsiteY9-708" fmla="*/ 5153108 h 7431875"/>
                <a:gd name="connsiteX10-709" fmla="*/ 0 w 6858003"/>
                <a:gd name="connsiteY10-710" fmla="*/ 5070926 h 7431875"/>
                <a:gd name="connsiteX11-711" fmla="*/ 0 w 6858003"/>
                <a:gd name="connsiteY11-712" fmla="*/ 4926504 h 7431875"/>
                <a:gd name="connsiteX12-713" fmla="*/ 0 w 6858003"/>
                <a:gd name="connsiteY12-714" fmla="*/ 4268382 h 7431875"/>
                <a:gd name="connsiteX13-715" fmla="*/ 0 w 6858003"/>
                <a:gd name="connsiteY13-716" fmla="*/ 2792159 h 7431875"/>
                <a:gd name="connsiteX14-717" fmla="*/ 0 w 6858003"/>
                <a:gd name="connsiteY14-718" fmla="*/ 552701 h 7431875"/>
                <a:gd name="connsiteX15-719" fmla="*/ 6858003 w 6858003"/>
                <a:gd name="connsiteY15-720" fmla="*/ 0 h 7431875"/>
                <a:gd name="connsiteX0-721" fmla="*/ 6858003 w 6858003"/>
                <a:gd name="connsiteY0-722" fmla="*/ 0 h 7431875"/>
                <a:gd name="connsiteX1-723" fmla="*/ 6858000 w 6858003"/>
                <a:gd name="connsiteY1-724" fmla="*/ 2647737 h 7431875"/>
                <a:gd name="connsiteX2-725" fmla="*/ 6858000 w 6858003"/>
                <a:gd name="connsiteY2-726" fmla="*/ 2792159 h 7431875"/>
                <a:gd name="connsiteX3-727" fmla="*/ 6858000 w 6858003"/>
                <a:gd name="connsiteY3-728" fmla="*/ 3251225 h 7431875"/>
                <a:gd name="connsiteX4-729" fmla="*/ 6858000 w 6858003"/>
                <a:gd name="connsiteY4-730" fmla="*/ 4926504 h 7431875"/>
                <a:gd name="connsiteX5-731" fmla="*/ 6858000 w 6858003"/>
                <a:gd name="connsiteY5-732" fmla="*/ 5070926 h 7431875"/>
                <a:gd name="connsiteX6-733" fmla="*/ 6858000 w 6858003"/>
                <a:gd name="connsiteY6-734" fmla="*/ 5153108 h 7431875"/>
                <a:gd name="connsiteX7-735" fmla="*/ 6858000 w 6858003"/>
                <a:gd name="connsiteY7-736" fmla="*/ 7431875 h 7431875"/>
                <a:gd name="connsiteX8-737" fmla="*/ 0 w 6858003"/>
                <a:gd name="connsiteY8-738" fmla="*/ 7431875 h 7431875"/>
                <a:gd name="connsiteX9-739" fmla="*/ 0 w 6858003"/>
                <a:gd name="connsiteY9-740" fmla="*/ 5153108 h 7431875"/>
                <a:gd name="connsiteX10-741" fmla="*/ 0 w 6858003"/>
                <a:gd name="connsiteY10-742" fmla="*/ 5070926 h 7431875"/>
                <a:gd name="connsiteX11-743" fmla="*/ 0 w 6858003"/>
                <a:gd name="connsiteY11-744" fmla="*/ 4926504 h 7431875"/>
                <a:gd name="connsiteX12-745" fmla="*/ 0 w 6858003"/>
                <a:gd name="connsiteY12-746" fmla="*/ 4268382 h 7431875"/>
                <a:gd name="connsiteX13-747" fmla="*/ 0 w 6858003"/>
                <a:gd name="connsiteY13-748" fmla="*/ 552701 h 7431875"/>
                <a:gd name="connsiteX14-749" fmla="*/ 6858003 w 6858003"/>
                <a:gd name="connsiteY14-750" fmla="*/ 0 h 7431875"/>
                <a:gd name="connsiteX0-751" fmla="*/ 6858003 w 6858003"/>
                <a:gd name="connsiteY0-752" fmla="*/ 0 h 7431875"/>
                <a:gd name="connsiteX1-753" fmla="*/ 6858000 w 6858003"/>
                <a:gd name="connsiteY1-754" fmla="*/ 2647737 h 7431875"/>
                <a:gd name="connsiteX2-755" fmla="*/ 6858000 w 6858003"/>
                <a:gd name="connsiteY2-756" fmla="*/ 2792159 h 7431875"/>
                <a:gd name="connsiteX3-757" fmla="*/ 6858000 w 6858003"/>
                <a:gd name="connsiteY3-758" fmla="*/ 3251225 h 7431875"/>
                <a:gd name="connsiteX4-759" fmla="*/ 6858000 w 6858003"/>
                <a:gd name="connsiteY4-760" fmla="*/ 4926504 h 7431875"/>
                <a:gd name="connsiteX5-761" fmla="*/ 6858000 w 6858003"/>
                <a:gd name="connsiteY5-762" fmla="*/ 5070926 h 7431875"/>
                <a:gd name="connsiteX6-763" fmla="*/ 6858000 w 6858003"/>
                <a:gd name="connsiteY6-764" fmla="*/ 5153108 h 7431875"/>
                <a:gd name="connsiteX7-765" fmla="*/ 6858000 w 6858003"/>
                <a:gd name="connsiteY7-766" fmla="*/ 7431875 h 7431875"/>
                <a:gd name="connsiteX8-767" fmla="*/ 0 w 6858003"/>
                <a:gd name="connsiteY8-768" fmla="*/ 7431875 h 7431875"/>
                <a:gd name="connsiteX9-769" fmla="*/ 0 w 6858003"/>
                <a:gd name="connsiteY9-770" fmla="*/ 5153108 h 7431875"/>
                <a:gd name="connsiteX10-771" fmla="*/ 0 w 6858003"/>
                <a:gd name="connsiteY10-772" fmla="*/ 5070926 h 7431875"/>
                <a:gd name="connsiteX11-773" fmla="*/ 0 w 6858003"/>
                <a:gd name="connsiteY11-774" fmla="*/ 4926504 h 7431875"/>
                <a:gd name="connsiteX12-775" fmla="*/ 0 w 6858003"/>
                <a:gd name="connsiteY12-776" fmla="*/ 552701 h 7431875"/>
                <a:gd name="connsiteX13-777" fmla="*/ 6858003 w 6858003"/>
                <a:gd name="connsiteY13-778" fmla="*/ 0 h 7431875"/>
                <a:gd name="connsiteX0-779" fmla="*/ 6858003 w 6858003"/>
                <a:gd name="connsiteY0-780" fmla="*/ 0 h 7431875"/>
                <a:gd name="connsiteX1-781" fmla="*/ 6858000 w 6858003"/>
                <a:gd name="connsiteY1-782" fmla="*/ 2647737 h 7431875"/>
                <a:gd name="connsiteX2-783" fmla="*/ 6858000 w 6858003"/>
                <a:gd name="connsiteY2-784" fmla="*/ 2792159 h 7431875"/>
                <a:gd name="connsiteX3-785" fmla="*/ 6858000 w 6858003"/>
                <a:gd name="connsiteY3-786" fmla="*/ 3251225 h 7431875"/>
                <a:gd name="connsiteX4-787" fmla="*/ 6858000 w 6858003"/>
                <a:gd name="connsiteY4-788" fmla="*/ 4926504 h 7431875"/>
                <a:gd name="connsiteX5-789" fmla="*/ 6858000 w 6858003"/>
                <a:gd name="connsiteY5-790" fmla="*/ 5070926 h 7431875"/>
                <a:gd name="connsiteX6-791" fmla="*/ 6858000 w 6858003"/>
                <a:gd name="connsiteY6-792" fmla="*/ 5153108 h 7431875"/>
                <a:gd name="connsiteX7-793" fmla="*/ 6858000 w 6858003"/>
                <a:gd name="connsiteY7-794" fmla="*/ 7431875 h 7431875"/>
                <a:gd name="connsiteX8-795" fmla="*/ 0 w 6858003"/>
                <a:gd name="connsiteY8-796" fmla="*/ 7431875 h 7431875"/>
                <a:gd name="connsiteX9-797" fmla="*/ 0 w 6858003"/>
                <a:gd name="connsiteY9-798" fmla="*/ 5153108 h 7431875"/>
                <a:gd name="connsiteX10-799" fmla="*/ 0 w 6858003"/>
                <a:gd name="connsiteY10-800" fmla="*/ 5070926 h 7431875"/>
                <a:gd name="connsiteX11-801" fmla="*/ 0 w 6858003"/>
                <a:gd name="connsiteY11-802" fmla="*/ 552701 h 7431875"/>
                <a:gd name="connsiteX12-803" fmla="*/ 6858003 w 6858003"/>
                <a:gd name="connsiteY12-804" fmla="*/ 0 h 7431875"/>
                <a:gd name="connsiteX0-805" fmla="*/ 6858003 w 6858003"/>
                <a:gd name="connsiteY0-806" fmla="*/ 0 h 7431875"/>
                <a:gd name="connsiteX1-807" fmla="*/ 6858000 w 6858003"/>
                <a:gd name="connsiteY1-808" fmla="*/ 2647737 h 7431875"/>
                <a:gd name="connsiteX2-809" fmla="*/ 6858000 w 6858003"/>
                <a:gd name="connsiteY2-810" fmla="*/ 2792159 h 7431875"/>
                <a:gd name="connsiteX3-811" fmla="*/ 6858000 w 6858003"/>
                <a:gd name="connsiteY3-812" fmla="*/ 3251225 h 7431875"/>
                <a:gd name="connsiteX4-813" fmla="*/ 6858000 w 6858003"/>
                <a:gd name="connsiteY4-814" fmla="*/ 4926504 h 7431875"/>
                <a:gd name="connsiteX5-815" fmla="*/ 6858000 w 6858003"/>
                <a:gd name="connsiteY5-816" fmla="*/ 5070926 h 7431875"/>
                <a:gd name="connsiteX6-817" fmla="*/ 6858000 w 6858003"/>
                <a:gd name="connsiteY6-818" fmla="*/ 5153108 h 7431875"/>
                <a:gd name="connsiteX7-819" fmla="*/ 6858000 w 6858003"/>
                <a:gd name="connsiteY7-820" fmla="*/ 7431875 h 7431875"/>
                <a:gd name="connsiteX8-821" fmla="*/ 0 w 6858003"/>
                <a:gd name="connsiteY8-822" fmla="*/ 7431875 h 7431875"/>
                <a:gd name="connsiteX9-823" fmla="*/ 0 w 6858003"/>
                <a:gd name="connsiteY9-824" fmla="*/ 5153108 h 7431875"/>
                <a:gd name="connsiteX10-825" fmla="*/ 0 w 6858003"/>
                <a:gd name="connsiteY10-826" fmla="*/ 552701 h 7431875"/>
                <a:gd name="connsiteX11-827" fmla="*/ 6858003 w 6858003"/>
                <a:gd name="connsiteY11-828" fmla="*/ 0 h 7431875"/>
                <a:gd name="connsiteX0-829" fmla="*/ 6858003 w 6858003"/>
                <a:gd name="connsiteY0-830" fmla="*/ 0 h 7431875"/>
                <a:gd name="connsiteX1-831" fmla="*/ 6858000 w 6858003"/>
                <a:gd name="connsiteY1-832" fmla="*/ 2647737 h 7431875"/>
                <a:gd name="connsiteX2-833" fmla="*/ 6858000 w 6858003"/>
                <a:gd name="connsiteY2-834" fmla="*/ 2792159 h 7431875"/>
                <a:gd name="connsiteX3-835" fmla="*/ 6858000 w 6858003"/>
                <a:gd name="connsiteY3-836" fmla="*/ 3251225 h 7431875"/>
                <a:gd name="connsiteX4-837" fmla="*/ 6858000 w 6858003"/>
                <a:gd name="connsiteY4-838" fmla="*/ 4926504 h 7431875"/>
                <a:gd name="connsiteX5-839" fmla="*/ 6858000 w 6858003"/>
                <a:gd name="connsiteY5-840" fmla="*/ 5070926 h 7431875"/>
                <a:gd name="connsiteX6-841" fmla="*/ 6858000 w 6858003"/>
                <a:gd name="connsiteY6-842" fmla="*/ 5153108 h 7431875"/>
                <a:gd name="connsiteX7-843" fmla="*/ 6858000 w 6858003"/>
                <a:gd name="connsiteY7-844" fmla="*/ 7431875 h 7431875"/>
                <a:gd name="connsiteX8-845" fmla="*/ 0 w 6858003"/>
                <a:gd name="connsiteY8-846" fmla="*/ 7431875 h 7431875"/>
                <a:gd name="connsiteX9-847" fmla="*/ 0 w 6858003"/>
                <a:gd name="connsiteY9-848" fmla="*/ 552701 h 7431875"/>
                <a:gd name="connsiteX10-849" fmla="*/ 6858003 w 6858003"/>
                <a:gd name="connsiteY10-850" fmla="*/ 0 h 7431875"/>
                <a:gd name="connsiteX0-851" fmla="*/ 6858003 w 6858003"/>
                <a:gd name="connsiteY0-852" fmla="*/ 0 h 7431875"/>
                <a:gd name="connsiteX1-853" fmla="*/ 6858000 w 6858003"/>
                <a:gd name="connsiteY1-854" fmla="*/ 2647737 h 7431875"/>
                <a:gd name="connsiteX2-855" fmla="*/ 6858000 w 6858003"/>
                <a:gd name="connsiteY2-856" fmla="*/ 2792159 h 7431875"/>
                <a:gd name="connsiteX3-857" fmla="*/ 6858000 w 6858003"/>
                <a:gd name="connsiteY3-858" fmla="*/ 3251225 h 7431875"/>
                <a:gd name="connsiteX4-859" fmla="*/ 6858000 w 6858003"/>
                <a:gd name="connsiteY4-860" fmla="*/ 4926504 h 7431875"/>
                <a:gd name="connsiteX5-861" fmla="*/ 6858000 w 6858003"/>
                <a:gd name="connsiteY5-862" fmla="*/ 5070926 h 7431875"/>
                <a:gd name="connsiteX6-863" fmla="*/ 6858000 w 6858003"/>
                <a:gd name="connsiteY6-864" fmla="*/ 7431875 h 7431875"/>
                <a:gd name="connsiteX7-865" fmla="*/ 0 w 6858003"/>
                <a:gd name="connsiteY7-866" fmla="*/ 7431875 h 7431875"/>
                <a:gd name="connsiteX8-867" fmla="*/ 0 w 6858003"/>
                <a:gd name="connsiteY8-868" fmla="*/ 552701 h 7431875"/>
                <a:gd name="connsiteX9-869" fmla="*/ 6858003 w 6858003"/>
                <a:gd name="connsiteY9-870" fmla="*/ 0 h 7431875"/>
                <a:gd name="connsiteX0-871" fmla="*/ 6858003 w 6858003"/>
                <a:gd name="connsiteY0-872" fmla="*/ 0 h 7431875"/>
                <a:gd name="connsiteX1-873" fmla="*/ 6858000 w 6858003"/>
                <a:gd name="connsiteY1-874" fmla="*/ 2647737 h 7431875"/>
                <a:gd name="connsiteX2-875" fmla="*/ 6858000 w 6858003"/>
                <a:gd name="connsiteY2-876" fmla="*/ 2792159 h 7431875"/>
                <a:gd name="connsiteX3-877" fmla="*/ 6858000 w 6858003"/>
                <a:gd name="connsiteY3-878" fmla="*/ 3251225 h 7431875"/>
                <a:gd name="connsiteX4-879" fmla="*/ 6858000 w 6858003"/>
                <a:gd name="connsiteY4-880" fmla="*/ 4926504 h 7431875"/>
                <a:gd name="connsiteX5-881" fmla="*/ 6858000 w 6858003"/>
                <a:gd name="connsiteY5-882" fmla="*/ 7431875 h 7431875"/>
                <a:gd name="connsiteX6-883" fmla="*/ 0 w 6858003"/>
                <a:gd name="connsiteY6-884" fmla="*/ 7431875 h 7431875"/>
                <a:gd name="connsiteX7-885" fmla="*/ 0 w 6858003"/>
                <a:gd name="connsiteY7-886" fmla="*/ 552701 h 7431875"/>
                <a:gd name="connsiteX8-887" fmla="*/ 6858003 w 6858003"/>
                <a:gd name="connsiteY8-888" fmla="*/ 0 h 7431875"/>
                <a:gd name="connsiteX0-889" fmla="*/ 6858003 w 6858003"/>
                <a:gd name="connsiteY0-890" fmla="*/ 0 h 7431875"/>
                <a:gd name="connsiteX1-891" fmla="*/ 6858000 w 6858003"/>
                <a:gd name="connsiteY1-892" fmla="*/ 2647737 h 7431875"/>
                <a:gd name="connsiteX2-893" fmla="*/ 6858000 w 6858003"/>
                <a:gd name="connsiteY2-894" fmla="*/ 2792159 h 7431875"/>
                <a:gd name="connsiteX3-895" fmla="*/ 6858000 w 6858003"/>
                <a:gd name="connsiteY3-896" fmla="*/ 3251225 h 7431875"/>
                <a:gd name="connsiteX4-897" fmla="*/ 6858000 w 6858003"/>
                <a:gd name="connsiteY4-898" fmla="*/ 7431875 h 7431875"/>
                <a:gd name="connsiteX5-899" fmla="*/ 0 w 6858003"/>
                <a:gd name="connsiteY5-900" fmla="*/ 7431875 h 7431875"/>
                <a:gd name="connsiteX6-901" fmla="*/ 0 w 6858003"/>
                <a:gd name="connsiteY6-902" fmla="*/ 552701 h 7431875"/>
                <a:gd name="connsiteX7-903" fmla="*/ 6858003 w 6858003"/>
                <a:gd name="connsiteY7-904" fmla="*/ 0 h 7431875"/>
                <a:gd name="connsiteX0-905" fmla="*/ 6858003 w 6858003"/>
                <a:gd name="connsiteY0-906" fmla="*/ 0 h 7431875"/>
                <a:gd name="connsiteX1-907" fmla="*/ 6858000 w 6858003"/>
                <a:gd name="connsiteY1-908" fmla="*/ 2647737 h 7431875"/>
                <a:gd name="connsiteX2-909" fmla="*/ 6858000 w 6858003"/>
                <a:gd name="connsiteY2-910" fmla="*/ 2792159 h 7431875"/>
                <a:gd name="connsiteX3-911" fmla="*/ 6858000 w 6858003"/>
                <a:gd name="connsiteY3-912" fmla="*/ 7431875 h 7431875"/>
                <a:gd name="connsiteX4-913" fmla="*/ 0 w 6858003"/>
                <a:gd name="connsiteY4-914" fmla="*/ 7431875 h 7431875"/>
                <a:gd name="connsiteX5-915" fmla="*/ 0 w 6858003"/>
                <a:gd name="connsiteY5-916" fmla="*/ 552701 h 7431875"/>
                <a:gd name="connsiteX6-917" fmla="*/ 6858003 w 6858003"/>
                <a:gd name="connsiteY6-918" fmla="*/ 0 h 7431875"/>
                <a:gd name="connsiteX0-919" fmla="*/ 6858003 w 6858003"/>
                <a:gd name="connsiteY0-920" fmla="*/ 0 h 7431875"/>
                <a:gd name="connsiteX1-921" fmla="*/ 6858000 w 6858003"/>
                <a:gd name="connsiteY1-922" fmla="*/ 2647737 h 7431875"/>
                <a:gd name="connsiteX2-923" fmla="*/ 6858000 w 6858003"/>
                <a:gd name="connsiteY2-924" fmla="*/ 7431875 h 7431875"/>
                <a:gd name="connsiteX3-925" fmla="*/ 0 w 6858003"/>
                <a:gd name="connsiteY3-926" fmla="*/ 7431875 h 7431875"/>
                <a:gd name="connsiteX4-927" fmla="*/ 0 w 6858003"/>
                <a:gd name="connsiteY4-928" fmla="*/ 552701 h 7431875"/>
                <a:gd name="connsiteX5-929" fmla="*/ 6858003 w 6858003"/>
                <a:gd name="connsiteY5-930" fmla="*/ 0 h 7431875"/>
                <a:gd name="connsiteX0-931" fmla="*/ 6872517 w 6872517"/>
                <a:gd name="connsiteY0-932" fmla="*/ 42385 h 6879174"/>
                <a:gd name="connsiteX1-933" fmla="*/ 6858000 w 6872517"/>
                <a:gd name="connsiteY1-934" fmla="*/ 2095036 h 6879174"/>
                <a:gd name="connsiteX2-935" fmla="*/ 6858000 w 6872517"/>
                <a:gd name="connsiteY2-936" fmla="*/ 6879174 h 6879174"/>
                <a:gd name="connsiteX3-937" fmla="*/ 0 w 6872517"/>
                <a:gd name="connsiteY3-938" fmla="*/ 6879174 h 6879174"/>
                <a:gd name="connsiteX4-939" fmla="*/ 0 w 6872517"/>
                <a:gd name="connsiteY4-940" fmla="*/ 0 h 6879174"/>
                <a:gd name="connsiteX5-941" fmla="*/ 6872517 w 6872517"/>
                <a:gd name="connsiteY5-942" fmla="*/ 42385 h 6879174"/>
                <a:gd name="connsiteX0-943" fmla="*/ 6872520 w 6872520"/>
                <a:gd name="connsiteY0-944" fmla="*/ 0 h 6880332"/>
                <a:gd name="connsiteX1-945" fmla="*/ 6858000 w 6872520"/>
                <a:gd name="connsiteY1-946" fmla="*/ 2096194 h 6880332"/>
                <a:gd name="connsiteX2-947" fmla="*/ 6858000 w 6872520"/>
                <a:gd name="connsiteY2-948" fmla="*/ 6880332 h 6880332"/>
                <a:gd name="connsiteX3-949" fmla="*/ 0 w 6872520"/>
                <a:gd name="connsiteY3-950" fmla="*/ 6880332 h 6880332"/>
                <a:gd name="connsiteX4-951" fmla="*/ 0 w 6872520"/>
                <a:gd name="connsiteY4-952" fmla="*/ 1158 h 6880332"/>
                <a:gd name="connsiteX5-953" fmla="*/ 6872520 w 6872520"/>
                <a:gd name="connsiteY5-954" fmla="*/ 0 h 6880332"/>
                <a:gd name="connsiteX0-955" fmla="*/ 6872520 w 6872520"/>
                <a:gd name="connsiteY0-956" fmla="*/ 0 h 6880332"/>
                <a:gd name="connsiteX1-957" fmla="*/ 6858000 w 6872520"/>
                <a:gd name="connsiteY1-958" fmla="*/ 2096194 h 6880332"/>
                <a:gd name="connsiteX2-959" fmla="*/ 6858000 w 6872520"/>
                <a:gd name="connsiteY2-960" fmla="*/ 6880332 h 6880332"/>
                <a:gd name="connsiteX3-961" fmla="*/ 0 w 6872520"/>
                <a:gd name="connsiteY3-962" fmla="*/ 6880332 h 6880332"/>
                <a:gd name="connsiteX4-963" fmla="*/ 0 w 6872520"/>
                <a:gd name="connsiteY4-964" fmla="*/ 1158 h 6880332"/>
                <a:gd name="connsiteX5-965" fmla="*/ 6872520 w 6872520"/>
                <a:gd name="connsiteY5-966" fmla="*/ 0 h 6880332"/>
                <a:gd name="connsiteX0-967" fmla="*/ 6843491 w 6858000"/>
                <a:gd name="connsiteY0-968" fmla="*/ 202042 h 6879174"/>
                <a:gd name="connsiteX1-969" fmla="*/ 6858000 w 6858000"/>
                <a:gd name="connsiteY1-970" fmla="*/ 2095036 h 6879174"/>
                <a:gd name="connsiteX2-971" fmla="*/ 6858000 w 6858000"/>
                <a:gd name="connsiteY2-972" fmla="*/ 6879174 h 6879174"/>
                <a:gd name="connsiteX3-973" fmla="*/ 0 w 6858000"/>
                <a:gd name="connsiteY3-974" fmla="*/ 6879174 h 6879174"/>
                <a:gd name="connsiteX4-975" fmla="*/ 0 w 6858000"/>
                <a:gd name="connsiteY4-976" fmla="*/ 0 h 6879174"/>
                <a:gd name="connsiteX5-977" fmla="*/ 6843491 w 6858000"/>
                <a:gd name="connsiteY5-978" fmla="*/ 202042 h 6879174"/>
                <a:gd name="connsiteX0-979" fmla="*/ 6843491 w 6858000"/>
                <a:gd name="connsiteY0-980" fmla="*/ 202042 h 6879174"/>
                <a:gd name="connsiteX1-981" fmla="*/ 6858000 w 6858000"/>
                <a:gd name="connsiteY1-982" fmla="*/ 2095036 h 6879174"/>
                <a:gd name="connsiteX2-983" fmla="*/ 6858000 w 6858000"/>
                <a:gd name="connsiteY2-984" fmla="*/ 6879174 h 6879174"/>
                <a:gd name="connsiteX3-985" fmla="*/ 0 w 6858000"/>
                <a:gd name="connsiteY3-986" fmla="*/ 6879174 h 6879174"/>
                <a:gd name="connsiteX4-987" fmla="*/ 0 w 6858000"/>
                <a:gd name="connsiteY4-988" fmla="*/ 0 h 6879174"/>
                <a:gd name="connsiteX5-989" fmla="*/ 6843491 w 6858000"/>
                <a:gd name="connsiteY5-990" fmla="*/ 202042 h 6879174"/>
                <a:gd name="connsiteX0-991" fmla="*/ 6843491 w 6858000"/>
                <a:gd name="connsiteY0-992" fmla="*/ 202042 h 6879174"/>
                <a:gd name="connsiteX1-993" fmla="*/ 6858000 w 6858000"/>
                <a:gd name="connsiteY1-994" fmla="*/ 2095036 h 6879174"/>
                <a:gd name="connsiteX2-995" fmla="*/ 6858000 w 6858000"/>
                <a:gd name="connsiteY2-996" fmla="*/ 6879174 h 6879174"/>
                <a:gd name="connsiteX3-997" fmla="*/ 0 w 6858000"/>
                <a:gd name="connsiteY3-998" fmla="*/ 6879174 h 6879174"/>
                <a:gd name="connsiteX4-999" fmla="*/ 0 w 6858000"/>
                <a:gd name="connsiteY4-1000" fmla="*/ 0 h 6879174"/>
                <a:gd name="connsiteX5-1001" fmla="*/ 6843491 w 6858000"/>
                <a:gd name="connsiteY5-1002" fmla="*/ 202042 h 6879174"/>
                <a:gd name="connsiteX0-1003" fmla="*/ 6856191 w 6858000"/>
                <a:gd name="connsiteY0-1004" fmla="*/ 214742 h 6879174"/>
                <a:gd name="connsiteX1-1005" fmla="*/ 6858000 w 6858000"/>
                <a:gd name="connsiteY1-1006" fmla="*/ 2095036 h 6879174"/>
                <a:gd name="connsiteX2-1007" fmla="*/ 6858000 w 6858000"/>
                <a:gd name="connsiteY2-1008" fmla="*/ 6879174 h 6879174"/>
                <a:gd name="connsiteX3-1009" fmla="*/ 0 w 6858000"/>
                <a:gd name="connsiteY3-1010" fmla="*/ 6879174 h 6879174"/>
                <a:gd name="connsiteX4-1011" fmla="*/ 0 w 6858000"/>
                <a:gd name="connsiteY4-1012" fmla="*/ 0 h 6879174"/>
                <a:gd name="connsiteX5-1013" fmla="*/ 6856191 w 6858000"/>
                <a:gd name="connsiteY5-1014" fmla="*/ 214742 h 6879174"/>
                <a:gd name="connsiteX0-1015" fmla="*/ 6856191 w 6858000"/>
                <a:gd name="connsiteY0-1016" fmla="*/ 209979 h 6879174"/>
                <a:gd name="connsiteX1-1017" fmla="*/ 6858000 w 6858000"/>
                <a:gd name="connsiteY1-1018" fmla="*/ 2095036 h 6879174"/>
                <a:gd name="connsiteX2-1019" fmla="*/ 6858000 w 6858000"/>
                <a:gd name="connsiteY2-1020" fmla="*/ 6879174 h 6879174"/>
                <a:gd name="connsiteX3-1021" fmla="*/ 0 w 6858000"/>
                <a:gd name="connsiteY3-1022" fmla="*/ 6879174 h 6879174"/>
                <a:gd name="connsiteX4-1023" fmla="*/ 0 w 6858000"/>
                <a:gd name="connsiteY4-1024" fmla="*/ 0 h 6879174"/>
                <a:gd name="connsiteX5-1025" fmla="*/ 6856191 w 6858000"/>
                <a:gd name="connsiteY5-1026" fmla="*/ 209979 h 6879174"/>
                <a:gd name="connsiteX0-1027" fmla="*/ 6868891 w 6868891"/>
                <a:gd name="connsiteY0-1028" fmla="*/ 197279 h 6879174"/>
                <a:gd name="connsiteX1-1029" fmla="*/ 6858000 w 6868891"/>
                <a:gd name="connsiteY1-1030" fmla="*/ 2095036 h 6879174"/>
                <a:gd name="connsiteX2-1031" fmla="*/ 6858000 w 6868891"/>
                <a:gd name="connsiteY2-1032" fmla="*/ 6879174 h 6879174"/>
                <a:gd name="connsiteX3-1033" fmla="*/ 0 w 6868891"/>
                <a:gd name="connsiteY3-1034" fmla="*/ 6879174 h 6879174"/>
                <a:gd name="connsiteX4-1035" fmla="*/ 0 w 6868891"/>
                <a:gd name="connsiteY4-1036" fmla="*/ 0 h 6879174"/>
                <a:gd name="connsiteX5-1037" fmla="*/ 6868891 w 6868891"/>
                <a:gd name="connsiteY5-1038" fmla="*/ 197279 h 6879174"/>
                <a:gd name="connsiteX0-1039" fmla="*/ 6868891 w 7721392"/>
                <a:gd name="connsiteY0-1040" fmla="*/ 197279 h 6879174"/>
                <a:gd name="connsiteX1-1041" fmla="*/ 6858000 w 7721392"/>
                <a:gd name="connsiteY1-1042" fmla="*/ 6879174 h 6879174"/>
                <a:gd name="connsiteX2-1043" fmla="*/ 0 w 7721392"/>
                <a:gd name="connsiteY2-1044" fmla="*/ 6879174 h 6879174"/>
                <a:gd name="connsiteX3-1045" fmla="*/ 0 w 7721392"/>
                <a:gd name="connsiteY3-1046" fmla="*/ 0 h 6879174"/>
                <a:gd name="connsiteX4-1047" fmla="*/ 6868891 w 7721392"/>
                <a:gd name="connsiteY4-1048" fmla="*/ 197279 h 6879174"/>
                <a:gd name="connsiteX0-1049" fmla="*/ 6868891 w 7373946"/>
                <a:gd name="connsiteY0-1050" fmla="*/ 197279 h 6879174"/>
                <a:gd name="connsiteX1-1051" fmla="*/ 6858000 w 7373946"/>
                <a:gd name="connsiteY1-1052" fmla="*/ 6879174 h 6879174"/>
                <a:gd name="connsiteX2-1053" fmla="*/ 0 w 7373946"/>
                <a:gd name="connsiteY2-1054" fmla="*/ 6879174 h 6879174"/>
                <a:gd name="connsiteX3-1055" fmla="*/ 0 w 7373946"/>
                <a:gd name="connsiteY3-1056" fmla="*/ 0 h 6879174"/>
                <a:gd name="connsiteX4-1057" fmla="*/ 6868891 w 7373946"/>
                <a:gd name="connsiteY4-1058" fmla="*/ 197279 h 6879174"/>
                <a:gd name="connsiteX0-1059" fmla="*/ 6868891 w 8182025"/>
                <a:gd name="connsiteY0-1060" fmla="*/ 197279 h 6879174"/>
                <a:gd name="connsiteX1-1061" fmla="*/ 6858000 w 8182025"/>
                <a:gd name="connsiteY1-1062" fmla="*/ 6879174 h 6879174"/>
                <a:gd name="connsiteX2-1063" fmla="*/ 0 w 8182025"/>
                <a:gd name="connsiteY2-1064" fmla="*/ 6879174 h 6879174"/>
                <a:gd name="connsiteX3-1065" fmla="*/ 0 w 8182025"/>
                <a:gd name="connsiteY3-1066" fmla="*/ 0 h 6879174"/>
                <a:gd name="connsiteX4-1067" fmla="*/ 6868891 w 8182025"/>
                <a:gd name="connsiteY4-1068" fmla="*/ 197279 h 6879174"/>
                <a:gd name="connsiteX0-1069" fmla="*/ 6868891 w 8182025"/>
                <a:gd name="connsiteY0-1070" fmla="*/ 197279 h 6879174"/>
                <a:gd name="connsiteX1-1071" fmla="*/ 6858000 w 8182025"/>
                <a:gd name="connsiteY1-1072" fmla="*/ 6879174 h 6879174"/>
                <a:gd name="connsiteX2-1073" fmla="*/ 0 w 8182025"/>
                <a:gd name="connsiteY2-1074" fmla="*/ 6879174 h 6879174"/>
                <a:gd name="connsiteX3-1075" fmla="*/ 0 w 8182025"/>
                <a:gd name="connsiteY3-1076" fmla="*/ 0 h 6879174"/>
                <a:gd name="connsiteX4-1077" fmla="*/ 6868891 w 8182025"/>
                <a:gd name="connsiteY4-1078" fmla="*/ 197279 h 6879174"/>
                <a:gd name="connsiteX0-1079" fmla="*/ 6868891 w 8182025"/>
                <a:gd name="connsiteY0-1080" fmla="*/ 197279 h 6879174"/>
                <a:gd name="connsiteX1-1081" fmla="*/ 6858000 w 8182025"/>
                <a:gd name="connsiteY1-1082" fmla="*/ 6879174 h 6879174"/>
                <a:gd name="connsiteX2-1083" fmla="*/ 0 w 8182025"/>
                <a:gd name="connsiteY2-1084" fmla="*/ 6879174 h 6879174"/>
                <a:gd name="connsiteX3-1085" fmla="*/ 0 w 8182025"/>
                <a:gd name="connsiteY3-1086" fmla="*/ 0 h 6879174"/>
                <a:gd name="connsiteX4-1087" fmla="*/ 6868891 w 8182025"/>
                <a:gd name="connsiteY4-1088" fmla="*/ 197279 h 6879174"/>
                <a:gd name="connsiteX0-1089" fmla="*/ 6868891 w 8182025"/>
                <a:gd name="connsiteY0-1090" fmla="*/ 197279 h 6879174"/>
                <a:gd name="connsiteX1-1091" fmla="*/ 6858000 w 8182025"/>
                <a:gd name="connsiteY1-1092" fmla="*/ 6879174 h 6879174"/>
                <a:gd name="connsiteX2-1093" fmla="*/ 0 w 8182025"/>
                <a:gd name="connsiteY2-1094" fmla="*/ 6879174 h 6879174"/>
                <a:gd name="connsiteX3-1095" fmla="*/ 0 w 8182025"/>
                <a:gd name="connsiteY3-1096" fmla="*/ 0 h 6879174"/>
                <a:gd name="connsiteX4-1097" fmla="*/ 6868891 w 8182025"/>
                <a:gd name="connsiteY4-1098" fmla="*/ 197279 h 6879174"/>
                <a:gd name="connsiteX0-1099" fmla="*/ 6868891 w 7374082"/>
                <a:gd name="connsiteY0-1100" fmla="*/ 197279 h 7217839"/>
                <a:gd name="connsiteX1-1101" fmla="*/ 6858000 w 7374082"/>
                <a:gd name="connsiteY1-1102" fmla="*/ 6879174 h 7217839"/>
                <a:gd name="connsiteX2-1103" fmla="*/ 0 w 7374082"/>
                <a:gd name="connsiteY2-1104" fmla="*/ 6879174 h 7217839"/>
                <a:gd name="connsiteX3-1105" fmla="*/ 0 w 7374082"/>
                <a:gd name="connsiteY3-1106" fmla="*/ 0 h 7217839"/>
                <a:gd name="connsiteX4-1107" fmla="*/ 6868891 w 7374082"/>
                <a:gd name="connsiteY4-1108" fmla="*/ 197279 h 7217839"/>
                <a:gd name="connsiteX0-1109" fmla="*/ 6868891 w 7513044"/>
                <a:gd name="connsiteY0-1110" fmla="*/ 197279 h 6879174"/>
                <a:gd name="connsiteX1-1111" fmla="*/ 6858000 w 7513044"/>
                <a:gd name="connsiteY1-1112" fmla="*/ 6879174 h 6879174"/>
                <a:gd name="connsiteX2-1113" fmla="*/ 0 w 7513044"/>
                <a:gd name="connsiteY2-1114" fmla="*/ 6879174 h 6879174"/>
                <a:gd name="connsiteX3-1115" fmla="*/ 0 w 7513044"/>
                <a:gd name="connsiteY3-1116" fmla="*/ 0 h 6879174"/>
                <a:gd name="connsiteX4-1117" fmla="*/ 6868891 w 7513044"/>
                <a:gd name="connsiteY4-1118" fmla="*/ 197279 h 6879174"/>
                <a:gd name="connsiteX0-1119" fmla="*/ 6868891 w 7374082"/>
                <a:gd name="connsiteY0-1120" fmla="*/ 197279 h 6879174"/>
                <a:gd name="connsiteX1-1121" fmla="*/ 6858000 w 7374082"/>
                <a:gd name="connsiteY1-1122" fmla="*/ 6879174 h 6879174"/>
                <a:gd name="connsiteX2-1123" fmla="*/ 0 w 7374082"/>
                <a:gd name="connsiteY2-1124" fmla="*/ 6879174 h 6879174"/>
                <a:gd name="connsiteX3-1125" fmla="*/ 0 w 7374082"/>
                <a:gd name="connsiteY3-1126" fmla="*/ 0 h 6879174"/>
                <a:gd name="connsiteX4-1127" fmla="*/ 6868891 w 7374082"/>
                <a:gd name="connsiteY4-1128" fmla="*/ 197279 h 6879174"/>
                <a:gd name="connsiteX0-1129" fmla="*/ 6868891 w 6868891"/>
                <a:gd name="connsiteY0-1130" fmla="*/ 197279 h 6879174"/>
                <a:gd name="connsiteX1-1131" fmla="*/ 6858000 w 6868891"/>
                <a:gd name="connsiteY1-1132" fmla="*/ 6879174 h 6879174"/>
                <a:gd name="connsiteX2-1133" fmla="*/ 0 w 6868891"/>
                <a:gd name="connsiteY2-1134" fmla="*/ 6879174 h 6879174"/>
                <a:gd name="connsiteX3-1135" fmla="*/ 0 w 6868891"/>
                <a:gd name="connsiteY3-1136" fmla="*/ 0 h 6879174"/>
                <a:gd name="connsiteX4-1137" fmla="*/ 6868891 w 6868891"/>
                <a:gd name="connsiteY4-1138" fmla="*/ 197279 h 687917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68891" h="6879174">
                  <a:moveTo>
                    <a:pt x="6868891" y="197279"/>
                  </a:moveTo>
                  <a:cubicBezTo>
                    <a:pt x="6865263" y="1808265"/>
                    <a:pt x="6858000" y="6879174"/>
                    <a:pt x="6858000" y="6879174"/>
                  </a:cubicBezTo>
                  <a:lnTo>
                    <a:pt x="0" y="6879174"/>
                  </a:lnTo>
                  <a:lnTo>
                    <a:pt x="0" y="0"/>
                  </a:lnTo>
                  <a:cubicBezTo>
                    <a:pt x="2329546" y="1257529"/>
                    <a:pt x="4524837" y="1741029"/>
                    <a:pt x="6868891" y="19727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21877" tIns="60937" rIns="121877" bIns="60937" rtlCol="0" anchor="ctr">
              <a:noAutofit/>
            </a:bodyPr>
            <a:lstStyle/>
            <a:p>
              <a:pPr algn="ctr"/>
              <a:endParaRPr lang="zh-CN" altLang="en-US" sz="240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2" name="图片 1" descr="透明色背景-校徽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2732" y="-1"/>
            <a:ext cx="3689268" cy="933177"/>
          </a:xfrm>
          <a:prstGeom prst="rect">
            <a:avLst/>
          </a:prstGeom>
        </p:spPr>
      </p:pic>
      <p:sp>
        <p:nvSpPr>
          <p:cNvPr id="35" name="任意多边形 43">
            <a:extLst>
              <a:ext uri="{FF2B5EF4-FFF2-40B4-BE49-F238E27FC236}">
                <a16:creationId xmlns:a16="http://schemas.microsoft.com/office/drawing/2014/main" id="{A2A03586-C204-11E3-8118-200AEE7C05B8}"/>
              </a:ext>
            </a:extLst>
          </p:cNvPr>
          <p:cNvSpPr/>
          <p:nvPr/>
        </p:nvSpPr>
        <p:spPr>
          <a:xfrm rot="5400000">
            <a:off x="1275158" y="-344470"/>
            <a:ext cx="5924820" cy="8475133"/>
          </a:xfrm>
          <a:custGeom>
            <a:avLst/>
            <a:gdLst>
              <a:gd name="connsiteX0" fmla="*/ 6858000 w 6858000"/>
              <a:gd name="connsiteY0" fmla="*/ 0 h 6459417"/>
              <a:gd name="connsiteX1" fmla="*/ 6858000 w 6858000"/>
              <a:gd name="connsiteY1" fmla="*/ 1675279 h 6459417"/>
              <a:gd name="connsiteX2" fmla="*/ 6858000 w 6858000"/>
              <a:gd name="connsiteY2" fmla="*/ 1819701 h 6459417"/>
              <a:gd name="connsiteX3" fmla="*/ 6858000 w 6858000"/>
              <a:gd name="connsiteY3" fmla="*/ 2278767 h 6459417"/>
              <a:gd name="connsiteX4" fmla="*/ 6858000 w 6858000"/>
              <a:gd name="connsiteY4" fmla="*/ 3954046 h 6459417"/>
              <a:gd name="connsiteX5" fmla="*/ 6858000 w 6858000"/>
              <a:gd name="connsiteY5" fmla="*/ 4098468 h 6459417"/>
              <a:gd name="connsiteX6" fmla="*/ 6858000 w 6858000"/>
              <a:gd name="connsiteY6" fmla="*/ 4180650 h 6459417"/>
              <a:gd name="connsiteX7" fmla="*/ 6858000 w 6858000"/>
              <a:gd name="connsiteY7" fmla="*/ 6459417 h 6459417"/>
              <a:gd name="connsiteX8" fmla="*/ 0 w 6858000"/>
              <a:gd name="connsiteY8" fmla="*/ 6459417 h 6459417"/>
              <a:gd name="connsiteX9" fmla="*/ 0 w 6858000"/>
              <a:gd name="connsiteY9" fmla="*/ 4180650 h 6459417"/>
              <a:gd name="connsiteX10" fmla="*/ 0 w 6858000"/>
              <a:gd name="connsiteY10" fmla="*/ 4098468 h 6459417"/>
              <a:gd name="connsiteX11" fmla="*/ 0 w 6858000"/>
              <a:gd name="connsiteY11" fmla="*/ 3954046 h 6459417"/>
              <a:gd name="connsiteX12" fmla="*/ 0 w 6858000"/>
              <a:gd name="connsiteY12" fmla="*/ 3295924 h 6459417"/>
              <a:gd name="connsiteX13" fmla="*/ 0 w 6858000"/>
              <a:gd name="connsiteY13" fmla="*/ 1819701 h 6459417"/>
              <a:gd name="connsiteX14" fmla="*/ 0 w 6858000"/>
              <a:gd name="connsiteY14" fmla="*/ 1675279 h 6459417"/>
              <a:gd name="connsiteX15" fmla="*/ 0 w 6858000"/>
              <a:gd name="connsiteY15" fmla="*/ 1017157 h 6459417"/>
              <a:gd name="connsiteX16" fmla="*/ 227535 w 6858000"/>
              <a:gd name="connsiteY16" fmla="*/ 1166258 h 6459417"/>
              <a:gd name="connsiteX17" fmla="*/ 6270374 w 6858000"/>
              <a:gd name="connsiteY17" fmla="*/ 412001 h 6459417"/>
              <a:gd name="connsiteX18" fmla="*/ 6705779 w 6858000"/>
              <a:gd name="connsiteY18" fmla="*/ 117916 h 6459417"/>
              <a:gd name="connsiteX0-1" fmla="*/ 6858000 w 6941935"/>
              <a:gd name="connsiteY0-2" fmla="*/ 56823 h 6516240"/>
              <a:gd name="connsiteX1-3" fmla="*/ 6858000 w 6941935"/>
              <a:gd name="connsiteY1-4" fmla="*/ 1732102 h 6516240"/>
              <a:gd name="connsiteX2-5" fmla="*/ 6858000 w 6941935"/>
              <a:gd name="connsiteY2-6" fmla="*/ 1876524 h 6516240"/>
              <a:gd name="connsiteX3-7" fmla="*/ 6858000 w 6941935"/>
              <a:gd name="connsiteY3-8" fmla="*/ 2335590 h 6516240"/>
              <a:gd name="connsiteX4-9" fmla="*/ 6858000 w 6941935"/>
              <a:gd name="connsiteY4-10" fmla="*/ 4010869 h 6516240"/>
              <a:gd name="connsiteX5-11" fmla="*/ 6858000 w 6941935"/>
              <a:gd name="connsiteY5-12" fmla="*/ 4155291 h 6516240"/>
              <a:gd name="connsiteX6-13" fmla="*/ 6858000 w 6941935"/>
              <a:gd name="connsiteY6-14" fmla="*/ 4237473 h 6516240"/>
              <a:gd name="connsiteX7-15" fmla="*/ 6858000 w 6941935"/>
              <a:gd name="connsiteY7-16" fmla="*/ 6516240 h 6516240"/>
              <a:gd name="connsiteX8-17" fmla="*/ 0 w 6941935"/>
              <a:gd name="connsiteY8-18" fmla="*/ 6516240 h 6516240"/>
              <a:gd name="connsiteX9-19" fmla="*/ 0 w 6941935"/>
              <a:gd name="connsiteY9-20" fmla="*/ 4237473 h 6516240"/>
              <a:gd name="connsiteX10-21" fmla="*/ 0 w 6941935"/>
              <a:gd name="connsiteY10-22" fmla="*/ 4155291 h 6516240"/>
              <a:gd name="connsiteX11-23" fmla="*/ 0 w 6941935"/>
              <a:gd name="connsiteY11-24" fmla="*/ 4010869 h 6516240"/>
              <a:gd name="connsiteX12-25" fmla="*/ 0 w 6941935"/>
              <a:gd name="connsiteY12-26" fmla="*/ 3352747 h 6516240"/>
              <a:gd name="connsiteX13-27" fmla="*/ 0 w 6941935"/>
              <a:gd name="connsiteY13-28" fmla="*/ 1876524 h 6516240"/>
              <a:gd name="connsiteX14-29" fmla="*/ 0 w 6941935"/>
              <a:gd name="connsiteY14-30" fmla="*/ 1732102 h 6516240"/>
              <a:gd name="connsiteX15-31" fmla="*/ 0 w 6941935"/>
              <a:gd name="connsiteY15-32" fmla="*/ 1073980 h 6516240"/>
              <a:gd name="connsiteX16-33" fmla="*/ 227535 w 6941935"/>
              <a:gd name="connsiteY16-34" fmla="*/ 1223081 h 6516240"/>
              <a:gd name="connsiteX17-35" fmla="*/ 6270374 w 6941935"/>
              <a:gd name="connsiteY17-36" fmla="*/ 468824 h 6516240"/>
              <a:gd name="connsiteX18-37" fmla="*/ 6858000 w 6941935"/>
              <a:gd name="connsiteY18-38" fmla="*/ 56823 h 6516240"/>
              <a:gd name="connsiteX0-39" fmla="*/ 6858000 w 6858000"/>
              <a:gd name="connsiteY0-40" fmla="*/ 4734 h 6464151"/>
              <a:gd name="connsiteX1-41" fmla="*/ 6858000 w 6858000"/>
              <a:gd name="connsiteY1-42" fmla="*/ 1680013 h 6464151"/>
              <a:gd name="connsiteX2-43" fmla="*/ 6858000 w 6858000"/>
              <a:gd name="connsiteY2-44" fmla="*/ 1824435 h 6464151"/>
              <a:gd name="connsiteX3-45" fmla="*/ 6858000 w 6858000"/>
              <a:gd name="connsiteY3-46" fmla="*/ 2283501 h 6464151"/>
              <a:gd name="connsiteX4-47" fmla="*/ 6858000 w 6858000"/>
              <a:gd name="connsiteY4-48" fmla="*/ 3958780 h 6464151"/>
              <a:gd name="connsiteX5-49" fmla="*/ 6858000 w 6858000"/>
              <a:gd name="connsiteY5-50" fmla="*/ 4103202 h 6464151"/>
              <a:gd name="connsiteX6-51" fmla="*/ 6858000 w 6858000"/>
              <a:gd name="connsiteY6-52" fmla="*/ 4185384 h 6464151"/>
              <a:gd name="connsiteX7-53" fmla="*/ 6858000 w 6858000"/>
              <a:gd name="connsiteY7-54" fmla="*/ 6464151 h 6464151"/>
              <a:gd name="connsiteX8-55" fmla="*/ 0 w 6858000"/>
              <a:gd name="connsiteY8-56" fmla="*/ 6464151 h 6464151"/>
              <a:gd name="connsiteX9-57" fmla="*/ 0 w 6858000"/>
              <a:gd name="connsiteY9-58" fmla="*/ 4185384 h 6464151"/>
              <a:gd name="connsiteX10-59" fmla="*/ 0 w 6858000"/>
              <a:gd name="connsiteY10-60" fmla="*/ 4103202 h 6464151"/>
              <a:gd name="connsiteX11-61" fmla="*/ 0 w 6858000"/>
              <a:gd name="connsiteY11-62" fmla="*/ 3958780 h 6464151"/>
              <a:gd name="connsiteX12-63" fmla="*/ 0 w 6858000"/>
              <a:gd name="connsiteY12-64" fmla="*/ 3300658 h 6464151"/>
              <a:gd name="connsiteX13-65" fmla="*/ 0 w 6858000"/>
              <a:gd name="connsiteY13-66" fmla="*/ 1824435 h 6464151"/>
              <a:gd name="connsiteX14-67" fmla="*/ 0 w 6858000"/>
              <a:gd name="connsiteY14-68" fmla="*/ 1680013 h 6464151"/>
              <a:gd name="connsiteX15-69" fmla="*/ 0 w 6858000"/>
              <a:gd name="connsiteY15-70" fmla="*/ 1021891 h 6464151"/>
              <a:gd name="connsiteX16-71" fmla="*/ 227535 w 6858000"/>
              <a:gd name="connsiteY16-72" fmla="*/ 1170992 h 6464151"/>
              <a:gd name="connsiteX17-73" fmla="*/ 6858000 w 6858000"/>
              <a:gd name="connsiteY17-74" fmla="*/ 4734 h 6464151"/>
              <a:gd name="connsiteX0-75" fmla="*/ 6858000 w 6858000"/>
              <a:gd name="connsiteY0-76" fmla="*/ 0 h 6459417"/>
              <a:gd name="connsiteX1-77" fmla="*/ 6858000 w 6858000"/>
              <a:gd name="connsiteY1-78" fmla="*/ 1675279 h 6459417"/>
              <a:gd name="connsiteX2-79" fmla="*/ 6858000 w 6858000"/>
              <a:gd name="connsiteY2-80" fmla="*/ 1819701 h 6459417"/>
              <a:gd name="connsiteX3-81" fmla="*/ 6858000 w 6858000"/>
              <a:gd name="connsiteY3-82" fmla="*/ 2278767 h 6459417"/>
              <a:gd name="connsiteX4-83" fmla="*/ 6858000 w 6858000"/>
              <a:gd name="connsiteY4-84" fmla="*/ 3954046 h 6459417"/>
              <a:gd name="connsiteX5-85" fmla="*/ 6858000 w 6858000"/>
              <a:gd name="connsiteY5-86" fmla="*/ 4098468 h 6459417"/>
              <a:gd name="connsiteX6-87" fmla="*/ 6858000 w 6858000"/>
              <a:gd name="connsiteY6-88" fmla="*/ 4180650 h 6459417"/>
              <a:gd name="connsiteX7-89" fmla="*/ 6858000 w 6858000"/>
              <a:gd name="connsiteY7-90" fmla="*/ 6459417 h 6459417"/>
              <a:gd name="connsiteX8-91" fmla="*/ 0 w 6858000"/>
              <a:gd name="connsiteY8-92" fmla="*/ 6459417 h 6459417"/>
              <a:gd name="connsiteX9-93" fmla="*/ 0 w 6858000"/>
              <a:gd name="connsiteY9-94" fmla="*/ 4180650 h 6459417"/>
              <a:gd name="connsiteX10-95" fmla="*/ 0 w 6858000"/>
              <a:gd name="connsiteY10-96" fmla="*/ 4098468 h 6459417"/>
              <a:gd name="connsiteX11-97" fmla="*/ 0 w 6858000"/>
              <a:gd name="connsiteY11-98" fmla="*/ 3954046 h 6459417"/>
              <a:gd name="connsiteX12-99" fmla="*/ 0 w 6858000"/>
              <a:gd name="connsiteY12-100" fmla="*/ 3295924 h 6459417"/>
              <a:gd name="connsiteX13-101" fmla="*/ 0 w 6858000"/>
              <a:gd name="connsiteY13-102" fmla="*/ 1819701 h 6459417"/>
              <a:gd name="connsiteX14-103" fmla="*/ 0 w 6858000"/>
              <a:gd name="connsiteY14-104" fmla="*/ 1675279 h 6459417"/>
              <a:gd name="connsiteX15-105" fmla="*/ 0 w 6858000"/>
              <a:gd name="connsiteY15-106" fmla="*/ 1017157 h 6459417"/>
              <a:gd name="connsiteX16-107" fmla="*/ 227535 w 6858000"/>
              <a:gd name="connsiteY16-108" fmla="*/ 1166258 h 6459417"/>
              <a:gd name="connsiteX17-109" fmla="*/ 6858000 w 6858000"/>
              <a:gd name="connsiteY17-110" fmla="*/ 0 h 6459417"/>
              <a:gd name="connsiteX0-111" fmla="*/ 6858000 w 6858000"/>
              <a:gd name="connsiteY0-112" fmla="*/ 0 h 6459417"/>
              <a:gd name="connsiteX1-113" fmla="*/ 6858000 w 6858000"/>
              <a:gd name="connsiteY1-114" fmla="*/ 1675279 h 6459417"/>
              <a:gd name="connsiteX2-115" fmla="*/ 6858000 w 6858000"/>
              <a:gd name="connsiteY2-116" fmla="*/ 1819701 h 6459417"/>
              <a:gd name="connsiteX3-117" fmla="*/ 6858000 w 6858000"/>
              <a:gd name="connsiteY3-118" fmla="*/ 2278767 h 6459417"/>
              <a:gd name="connsiteX4-119" fmla="*/ 6858000 w 6858000"/>
              <a:gd name="connsiteY4-120" fmla="*/ 3954046 h 6459417"/>
              <a:gd name="connsiteX5-121" fmla="*/ 6858000 w 6858000"/>
              <a:gd name="connsiteY5-122" fmla="*/ 4098468 h 6459417"/>
              <a:gd name="connsiteX6-123" fmla="*/ 6858000 w 6858000"/>
              <a:gd name="connsiteY6-124" fmla="*/ 4180650 h 6459417"/>
              <a:gd name="connsiteX7-125" fmla="*/ 6858000 w 6858000"/>
              <a:gd name="connsiteY7-126" fmla="*/ 6459417 h 6459417"/>
              <a:gd name="connsiteX8-127" fmla="*/ 0 w 6858000"/>
              <a:gd name="connsiteY8-128" fmla="*/ 6459417 h 6459417"/>
              <a:gd name="connsiteX9-129" fmla="*/ 0 w 6858000"/>
              <a:gd name="connsiteY9-130" fmla="*/ 4180650 h 6459417"/>
              <a:gd name="connsiteX10-131" fmla="*/ 0 w 6858000"/>
              <a:gd name="connsiteY10-132" fmla="*/ 4098468 h 6459417"/>
              <a:gd name="connsiteX11-133" fmla="*/ 0 w 6858000"/>
              <a:gd name="connsiteY11-134" fmla="*/ 3954046 h 6459417"/>
              <a:gd name="connsiteX12-135" fmla="*/ 0 w 6858000"/>
              <a:gd name="connsiteY12-136" fmla="*/ 3295924 h 6459417"/>
              <a:gd name="connsiteX13-137" fmla="*/ 0 w 6858000"/>
              <a:gd name="connsiteY13-138" fmla="*/ 1819701 h 6459417"/>
              <a:gd name="connsiteX14-139" fmla="*/ 0 w 6858000"/>
              <a:gd name="connsiteY14-140" fmla="*/ 1675279 h 6459417"/>
              <a:gd name="connsiteX15-141" fmla="*/ 0 w 6858000"/>
              <a:gd name="connsiteY15-142" fmla="*/ 1017157 h 6459417"/>
              <a:gd name="connsiteX16-143" fmla="*/ 6858000 w 6858000"/>
              <a:gd name="connsiteY16-144" fmla="*/ 0 h 6459417"/>
              <a:gd name="connsiteX0-145" fmla="*/ 6858000 w 6858000"/>
              <a:gd name="connsiteY0-146" fmla="*/ 0 h 6459417"/>
              <a:gd name="connsiteX1-147" fmla="*/ 6858000 w 6858000"/>
              <a:gd name="connsiteY1-148" fmla="*/ 1675279 h 6459417"/>
              <a:gd name="connsiteX2-149" fmla="*/ 6858000 w 6858000"/>
              <a:gd name="connsiteY2-150" fmla="*/ 1819701 h 6459417"/>
              <a:gd name="connsiteX3-151" fmla="*/ 6858000 w 6858000"/>
              <a:gd name="connsiteY3-152" fmla="*/ 2278767 h 6459417"/>
              <a:gd name="connsiteX4-153" fmla="*/ 6858000 w 6858000"/>
              <a:gd name="connsiteY4-154" fmla="*/ 3954046 h 6459417"/>
              <a:gd name="connsiteX5-155" fmla="*/ 6858000 w 6858000"/>
              <a:gd name="connsiteY5-156" fmla="*/ 4098468 h 6459417"/>
              <a:gd name="connsiteX6-157" fmla="*/ 6858000 w 6858000"/>
              <a:gd name="connsiteY6-158" fmla="*/ 4180650 h 6459417"/>
              <a:gd name="connsiteX7-159" fmla="*/ 6858000 w 6858000"/>
              <a:gd name="connsiteY7-160" fmla="*/ 6459417 h 6459417"/>
              <a:gd name="connsiteX8-161" fmla="*/ 0 w 6858000"/>
              <a:gd name="connsiteY8-162" fmla="*/ 6459417 h 6459417"/>
              <a:gd name="connsiteX9-163" fmla="*/ 0 w 6858000"/>
              <a:gd name="connsiteY9-164" fmla="*/ 4180650 h 6459417"/>
              <a:gd name="connsiteX10-165" fmla="*/ 0 w 6858000"/>
              <a:gd name="connsiteY10-166" fmla="*/ 4098468 h 6459417"/>
              <a:gd name="connsiteX11-167" fmla="*/ 0 w 6858000"/>
              <a:gd name="connsiteY11-168" fmla="*/ 3954046 h 6459417"/>
              <a:gd name="connsiteX12-169" fmla="*/ 0 w 6858000"/>
              <a:gd name="connsiteY12-170" fmla="*/ 3295924 h 6459417"/>
              <a:gd name="connsiteX13-171" fmla="*/ 0 w 6858000"/>
              <a:gd name="connsiteY13-172" fmla="*/ 1819701 h 6459417"/>
              <a:gd name="connsiteX14-173" fmla="*/ 0 w 6858000"/>
              <a:gd name="connsiteY14-174" fmla="*/ 1675279 h 6459417"/>
              <a:gd name="connsiteX15-175" fmla="*/ 0 w 6858000"/>
              <a:gd name="connsiteY15-176" fmla="*/ 1017157 h 6459417"/>
              <a:gd name="connsiteX16-177" fmla="*/ 6858000 w 6858000"/>
              <a:gd name="connsiteY16-178" fmla="*/ 0 h 6459417"/>
              <a:gd name="connsiteX0-179" fmla="*/ 6858000 w 6858000"/>
              <a:gd name="connsiteY0-180" fmla="*/ 0 h 6459417"/>
              <a:gd name="connsiteX1-181" fmla="*/ 6858000 w 6858000"/>
              <a:gd name="connsiteY1-182" fmla="*/ 1675279 h 6459417"/>
              <a:gd name="connsiteX2-183" fmla="*/ 6858000 w 6858000"/>
              <a:gd name="connsiteY2-184" fmla="*/ 1819701 h 6459417"/>
              <a:gd name="connsiteX3-185" fmla="*/ 6858000 w 6858000"/>
              <a:gd name="connsiteY3-186" fmla="*/ 2278767 h 6459417"/>
              <a:gd name="connsiteX4-187" fmla="*/ 6858000 w 6858000"/>
              <a:gd name="connsiteY4-188" fmla="*/ 3954046 h 6459417"/>
              <a:gd name="connsiteX5-189" fmla="*/ 6858000 w 6858000"/>
              <a:gd name="connsiteY5-190" fmla="*/ 4098468 h 6459417"/>
              <a:gd name="connsiteX6-191" fmla="*/ 6858000 w 6858000"/>
              <a:gd name="connsiteY6-192" fmla="*/ 4180650 h 6459417"/>
              <a:gd name="connsiteX7-193" fmla="*/ 6858000 w 6858000"/>
              <a:gd name="connsiteY7-194" fmla="*/ 6459417 h 6459417"/>
              <a:gd name="connsiteX8-195" fmla="*/ 0 w 6858000"/>
              <a:gd name="connsiteY8-196" fmla="*/ 6459417 h 6459417"/>
              <a:gd name="connsiteX9-197" fmla="*/ 0 w 6858000"/>
              <a:gd name="connsiteY9-198" fmla="*/ 4180650 h 6459417"/>
              <a:gd name="connsiteX10-199" fmla="*/ 0 w 6858000"/>
              <a:gd name="connsiteY10-200" fmla="*/ 4098468 h 6459417"/>
              <a:gd name="connsiteX11-201" fmla="*/ 0 w 6858000"/>
              <a:gd name="connsiteY11-202" fmla="*/ 3954046 h 6459417"/>
              <a:gd name="connsiteX12-203" fmla="*/ 0 w 6858000"/>
              <a:gd name="connsiteY12-204" fmla="*/ 3295924 h 6459417"/>
              <a:gd name="connsiteX13-205" fmla="*/ 0 w 6858000"/>
              <a:gd name="connsiteY13-206" fmla="*/ 1819701 h 6459417"/>
              <a:gd name="connsiteX14-207" fmla="*/ 0 w 6858000"/>
              <a:gd name="connsiteY14-208" fmla="*/ 1675279 h 6459417"/>
              <a:gd name="connsiteX15-209" fmla="*/ 0 w 6858000"/>
              <a:gd name="connsiteY15-210" fmla="*/ 1017157 h 6459417"/>
              <a:gd name="connsiteX16-211" fmla="*/ 6858000 w 6858000"/>
              <a:gd name="connsiteY16-212" fmla="*/ 0 h 6459417"/>
              <a:gd name="connsiteX0-213" fmla="*/ 6858000 w 6858000"/>
              <a:gd name="connsiteY0-214" fmla="*/ 0 h 6459417"/>
              <a:gd name="connsiteX1-215" fmla="*/ 6858000 w 6858000"/>
              <a:gd name="connsiteY1-216" fmla="*/ 1675279 h 6459417"/>
              <a:gd name="connsiteX2-217" fmla="*/ 6858000 w 6858000"/>
              <a:gd name="connsiteY2-218" fmla="*/ 1819701 h 6459417"/>
              <a:gd name="connsiteX3-219" fmla="*/ 6858000 w 6858000"/>
              <a:gd name="connsiteY3-220" fmla="*/ 2278767 h 6459417"/>
              <a:gd name="connsiteX4-221" fmla="*/ 6858000 w 6858000"/>
              <a:gd name="connsiteY4-222" fmla="*/ 3954046 h 6459417"/>
              <a:gd name="connsiteX5-223" fmla="*/ 6858000 w 6858000"/>
              <a:gd name="connsiteY5-224" fmla="*/ 4098468 h 6459417"/>
              <a:gd name="connsiteX6-225" fmla="*/ 6858000 w 6858000"/>
              <a:gd name="connsiteY6-226" fmla="*/ 4180650 h 6459417"/>
              <a:gd name="connsiteX7-227" fmla="*/ 6858000 w 6858000"/>
              <a:gd name="connsiteY7-228" fmla="*/ 6459417 h 6459417"/>
              <a:gd name="connsiteX8-229" fmla="*/ 0 w 6858000"/>
              <a:gd name="connsiteY8-230" fmla="*/ 6459417 h 6459417"/>
              <a:gd name="connsiteX9-231" fmla="*/ 0 w 6858000"/>
              <a:gd name="connsiteY9-232" fmla="*/ 4180650 h 6459417"/>
              <a:gd name="connsiteX10-233" fmla="*/ 0 w 6858000"/>
              <a:gd name="connsiteY10-234" fmla="*/ 4098468 h 6459417"/>
              <a:gd name="connsiteX11-235" fmla="*/ 0 w 6858000"/>
              <a:gd name="connsiteY11-236" fmla="*/ 3954046 h 6459417"/>
              <a:gd name="connsiteX12-237" fmla="*/ 0 w 6858000"/>
              <a:gd name="connsiteY12-238" fmla="*/ 3295924 h 6459417"/>
              <a:gd name="connsiteX13-239" fmla="*/ 0 w 6858000"/>
              <a:gd name="connsiteY13-240" fmla="*/ 1819701 h 6459417"/>
              <a:gd name="connsiteX14-241" fmla="*/ 0 w 6858000"/>
              <a:gd name="connsiteY14-242" fmla="*/ 1675279 h 6459417"/>
              <a:gd name="connsiteX15-243" fmla="*/ 0 w 6858000"/>
              <a:gd name="connsiteY15-244" fmla="*/ 1017157 h 6459417"/>
              <a:gd name="connsiteX16-245" fmla="*/ 6858000 w 6858000"/>
              <a:gd name="connsiteY16-246" fmla="*/ 0 h 6459417"/>
              <a:gd name="connsiteX0-247" fmla="*/ 6858000 w 6858000"/>
              <a:gd name="connsiteY0-248" fmla="*/ 0 h 6459417"/>
              <a:gd name="connsiteX1-249" fmla="*/ 6858000 w 6858000"/>
              <a:gd name="connsiteY1-250" fmla="*/ 1675279 h 6459417"/>
              <a:gd name="connsiteX2-251" fmla="*/ 6858000 w 6858000"/>
              <a:gd name="connsiteY2-252" fmla="*/ 1819701 h 6459417"/>
              <a:gd name="connsiteX3-253" fmla="*/ 6858000 w 6858000"/>
              <a:gd name="connsiteY3-254" fmla="*/ 2278767 h 6459417"/>
              <a:gd name="connsiteX4-255" fmla="*/ 6858000 w 6858000"/>
              <a:gd name="connsiteY4-256" fmla="*/ 3954046 h 6459417"/>
              <a:gd name="connsiteX5-257" fmla="*/ 6858000 w 6858000"/>
              <a:gd name="connsiteY5-258" fmla="*/ 4098468 h 6459417"/>
              <a:gd name="connsiteX6-259" fmla="*/ 6858000 w 6858000"/>
              <a:gd name="connsiteY6-260" fmla="*/ 4180650 h 6459417"/>
              <a:gd name="connsiteX7-261" fmla="*/ 6858000 w 6858000"/>
              <a:gd name="connsiteY7-262" fmla="*/ 6459417 h 6459417"/>
              <a:gd name="connsiteX8-263" fmla="*/ 0 w 6858000"/>
              <a:gd name="connsiteY8-264" fmla="*/ 6459417 h 6459417"/>
              <a:gd name="connsiteX9-265" fmla="*/ 0 w 6858000"/>
              <a:gd name="connsiteY9-266" fmla="*/ 4180650 h 6459417"/>
              <a:gd name="connsiteX10-267" fmla="*/ 0 w 6858000"/>
              <a:gd name="connsiteY10-268" fmla="*/ 4098468 h 6459417"/>
              <a:gd name="connsiteX11-269" fmla="*/ 0 w 6858000"/>
              <a:gd name="connsiteY11-270" fmla="*/ 3954046 h 6459417"/>
              <a:gd name="connsiteX12-271" fmla="*/ 0 w 6858000"/>
              <a:gd name="connsiteY12-272" fmla="*/ 3295924 h 6459417"/>
              <a:gd name="connsiteX13-273" fmla="*/ 0 w 6858000"/>
              <a:gd name="connsiteY13-274" fmla="*/ 1819701 h 6459417"/>
              <a:gd name="connsiteX14-275" fmla="*/ 0 w 6858000"/>
              <a:gd name="connsiteY14-276" fmla="*/ 1675279 h 6459417"/>
              <a:gd name="connsiteX15-277" fmla="*/ 0 w 6858000"/>
              <a:gd name="connsiteY15-278" fmla="*/ 1017157 h 6459417"/>
              <a:gd name="connsiteX16-279" fmla="*/ 6858000 w 6858000"/>
              <a:gd name="connsiteY16-280" fmla="*/ 0 h 6459417"/>
              <a:gd name="connsiteX0-281" fmla="*/ 6858000 w 6858000"/>
              <a:gd name="connsiteY0-282" fmla="*/ 0 h 6459417"/>
              <a:gd name="connsiteX1-283" fmla="*/ 6858000 w 6858000"/>
              <a:gd name="connsiteY1-284" fmla="*/ 1675279 h 6459417"/>
              <a:gd name="connsiteX2-285" fmla="*/ 6858000 w 6858000"/>
              <a:gd name="connsiteY2-286" fmla="*/ 1819701 h 6459417"/>
              <a:gd name="connsiteX3-287" fmla="*/ 6858000 w 6858000"/>
              <a:gd name="connsiteY3-288" fmla="*/ 2278767 h 6459417"/>
              <a:gd name="connsiteX4-289" fmla="*/ 6858000 w 6858000"/>
              <a:gd name="connsiteY4-290" fmla="*/ 3954046 h 6459417"/>
              <a:gd name="connsiteX5-291" fmla="*/ 6858000 w 6858000"/>
              <a:gd name="connsiteY5-292" fmla="*/ 4098468 h 6459417"/>
              <a:gd name="connsiteX6-293" fmla="*/ 6858000 w 6858000"/>
              <a:gd name="connsiteY6-294" fmla="*/ 4180650 h 6459417"/>
              <a:gd name="connsiteX7-295" fmla="*/ 6858000 w 6858000"/>
              <a:gd name="connsiteY7-296" fmla="*/ 6459417 h 6459417"/>
              <a:gd name="connsiteX8-297" fmla="*/ 0 w 6858000"/>
              <a:gd name="connsiteY8-298" fmla="*/ 6459417 h 6459417"/>
              <a:gd name="connsiteX9-299" fmla="*/ 0 w 6858000"/>
              <a:gd name="connsiteY9-300" fmla="*/ 4180650 h 6459417"/>
              <a:gd name="connsiteX10-301" fmla="*/ 0 w 6858000"/>
              <a:gd name="connsiteY10-302" fmla="*/ 4098468 h 6459417"/>
              <a:gd name="connsiteX11-303" fmla="*/ 0 w 6858000"/>
              <a:gd name="connsiteY11-304" fmla="*/ 3954046 h 6459417"/>
              <a:gd name="connsiteX12-305" fmla="*/ 0 w 6858000"/>
              <a:gd name="connsiteY12-306" fmla="*/ 3295924 h 6459417"/>
              <a:gd name="connsiteX13-307" fmla="*/ 0 w 6858000"/>
              <a:gd name="connsiteY13-308" fmla="*/ 1819701 h 6459417"/>
              <a:gd name="connsiteX14-309" fmla="*/ 0 w 6858000"/>
              <a:gd name="connsiteY14-310" fmla="*/ 1675279 h 6459417"/>
              <a:gd name="connsiteX15-311" fmla="*/ 0 w 6858000"/>
              <a:gd name="connsiteY15-312" fmla="*/ 1017157 h 6459417"/>
              <a:gd name="connsiteX16-313" fmla="*/ 6858000 w 6858000"/>
              <a:gd name="connsiteY16-314" fmla="*/ 0 h 6459417"/>
              <a:gd name="connsiteX0-315" fmla="*/ 6858000 w 6858000"/>
              <a:gd name="connsiteY0-316" fmla="*/ 0 h 6459417"/>
              <a:gd name="connsiteX1-317" fmla="*/ 6858000 w 6858000"/>
              <a:gd name="connsiteY1-318" fmla="*/ 1675279 h 6459417"/>
              <a:gd name="connsiteX2-319" fmla="*/ 6858000 w 6858000"/>
              <a:gd name="connsiteY2-320" fmla="*/ 1819701 h 6459417"/>
              <a:gd name="connsiteX3-321" fmla="*/ 6858000 w 6858000"/>
              <a:gd name="connsiteY3-322" fmla="*/ 2278767 h 6459417"/>
              <a:gd name="connsiteX4-323" fmla="*/ 6858000 w 6858000"/>
              <a:gd name="connsiteY4-324" fmla="*/ 3954046 h 6459417"/>
              <a:gd name="connsiteX5-325" fmla="*/ 6858000 w 6858000"/>
              <a:gd name="connsiteY5-326" fmla="*/ 4098468 h 6459417"/>
              <a:gd name="connsiteX6-327" fmla="*/ 6858000 w 6858000"/>
              <a:gd name="connsiteY6-328" fmla="*/ 4180650 h 6459417"/>
              <a:gd name="connsiteX7-329" fmla="*/ 6858000 w 6858000"/>
              <a:gd name="connsiteY7-330" fmla="*/ 6459417 h 6459417"/>
              <a:gd name="connsiteX8-331" fmla="*/ 0 w 6858000"/>
              <a:gd name="connsiteY8-332" fmla="*/ 6459417 h 6459417"/>
              <a:gd name="connsiteX9-333" fmla="*/ 0 w 6858000"/>
              <a:gd name="connsiteY9-334" fmla="*/ 4180650 h 6459417"/>
              <a:gd name="connsiteX10-335" fmla="*/ 0 w 6858000"/>
              <a:gd name="connsiteY10-336" fmla="*/ 4098468 h 6459417"/>
              <a:gd name="connsiteX11-337" fmla="*/ 0 w 6858000"/>
              <a:gd name="connsiteY11-338" fmla="*/ 3954046 h 6459417"/>
              <a:gd name="connsiteX12-339" fmla="*/ 0 w 6858000"/>
              <a:gd name="connsiteY12-340" fmla="*/ 3295924 h 6459417"/>
              <a:gd name="connsiteX13-341" fmla="*/ 0 w 6858000"/>
              <a:gd name="connsiteY13-342" fmla="*/ 1819701 h 6459417"/>
              <a:gd name="connsiteX14-343" fmla="*/ 0 w 6858000"/>
              <a:gd name="connsiteY14-344" fmla="*/ 1675279 h 6459417"/>
              <a:gd name="connsiteX15-345" fmla="*/ 0 w 6858000"/>
              <a:gd name="connsiteY15-346" fmla="*/ 1017157 h 6459417"/>
              <a:gd name="connsiteX16-347" fmla="*/ 6858000 w 6858000"/>
              <a:gd name="connsiteY16-348" fmla="*/ 0 h 6459417"/>
              <a:gd name="connsiteX0-349" fmla="*/ 6858000 w 6858000"/>
              <a:gd name="connsiteY0-350" fmla="*/ 0 h 6459417"/>
              <a:gd name="connsiteX1-351" fmla="*/ 6858000 w 6858000"/>
              <a:gd name="connsiteY1-352" fmla="*/ 1675279 h 6459417"/>
              <a:gd name="connsiteX2-353" fmla="*/ 6858000 w 6858000"/>
              <a:gd name="connsiteY2-354" fmla="*/ 1819701 h 6459417"/>
              <a:gd name="connsiteX3-355" fmla="*/ 6858000 w 6858000"/>
              <a:gd name="connsiteY3-356" fmla="*/ 2278767 h 6459417"/>
              <a:gd name="connsiteX4-357" fmla="*/ 6858000 w 6858000"/>
              <a:gd name="connsiteY4-358" fmla="*/ 3954046 h 6459417"/>
              <a:gd name="connsiteX5-359" fmla="*/ 6858000 w 6858000"/>
              <a:gd name="connsiteY5-360" fmla="*/ 4098468 h 6459417"/>
              <a:gd name="connsiteX6-361" fmla="*/ 6858000 w 6858000"/>
              <a:gd name="connsiteY6-362" fmla="*/ 4180650 h 6459417"/>
              <a:gd name="connsiteX7-363" fmla="*/ 6858000 w 6858000"/>
              <a:gd name="connsiteY7-364" fmla="*/ 6459417 h 6459417"/>
              <a:gd name="connsiteX8-365" fmla="*/ 0 w 6858000"/>
              <a:gd name="connsiteY8-366" fmla="*/ 6459417 h 6459417"/>
              <a:gd name="connsiteX9-367" fmla="*/ 0 w 6858000"/>
              <a:gd name="connsiteY9-368" fmla="*/ 4180650 h 6459417"/>
              <a:gd name="connsiteX10-369" fmla="*/ 0 w 6858000"/>
              <a:gd name="connsiteY10-370" fmla="*/ 4098468 h 6459417"/>
              <a:gd name="connsiteX11-371" fmla="*/ 0 w 6858000"/>
              <a:gd name="connsiteY11-372" fmla="*/ 3954046 h 6459417"/>
              <a:gd name="connsiteX12-373" fmla="*/ 0 w 6858000"/>
              <a:gd name="connsiteY12-374" fmla="*/ 3295924 h 6459417"/>
              <a:gd name="connsiteX13-375" fmla="*/ 0 w 6858000"/>
              <a:gd name="connsiteY13-376" fmla="*/ 1819701 h 6459417"/>
              <a:gd name="connsiteX14-377" fmla="*/ 0 w 6858000"/>
              <a:gd name="connsiteY14-378" fmla="*/ 1675279 h 6459417"/>
              <a:gd name="connsiteX15-379" fmla="*/ 0 w 6858000"/>
              <a:gd name="connsiteY15-380" fmla="*/ 1017157 h 6459417"/>
              <a:gd name="connsiteX16-381" fmla="*/ 6858000 w 6858000"/>
              <a:gd name="connsiteY16-382" fmla="*/ 0 h 6459417"/>
              <a:gd name="connsiteX0-383" fmla="*/ 6858000 w 6858000"/>
              <a:gd name="connsiteY0-384" fmla="*/ 0 h 6459417"/>
              <a:gd name="connsiteX1-385" fmla="*/ 6858000 w 6858000"/>
              <a:gd name="connsiteY1-386" fmla="*/ 1675279 h 6459417"/>
              <a:gd name="connsiteX2-387" fmla="*/ 6858000 w 6858000"/>
              <a:gd name="connsiteY2-388" fmla="*/ 1819701 h 6459417"/>
              <a:gd name="connsiteX3-389" fmla="*/ 6858000 w 6858000"/>
              <a:gd name="connsiteY3-390" fmla="*/ 2278767 h 6459417"/>
              <a:gd name="connsiteX4-391" fmla="*/ 6858000 w 6858000"/>
              <a:gd name="connsiteY4-392" fmla="*/ 3954046 h 6459417"/>
              <a:gd name="connsiteX5-393" fmla="*/ 6858000 w 6858000"/>
              <a:gd name="connsiteY5-394" fmla="*/ 4098468 h 6459417"/>
              <a:gd name="connsiteX6-395" fmla="*/ 6858000 w 6858000"/>
              <a:gd name="connsiteY6-396" fmla="*/ 4180650 h 6459417"/>
              <a:gd name="connsiteX7-397" fmla="*/ 6858000 w 6858000"/>
              <a:gd name="connsiteY7-398" fmla="*/ 6459417 h 6459417"/>
              <a:gd name="connsiteX8-399" fmla="*/ 0 w 6858000"/>
              <a:gd name="connsiteY8-400" fmla="*/ 6459417 h 6459417"/>
              <a:gd name="connsiteX9-401" fmla="*/ 0 w 6858000"/>
              <a:gd name="connsiteY9-402" fmla="*/ 4180650 h 6459417"/>
              <a:gd name="connsiteX10-403" fmla="*/ 0 w 6858000"/>
              <a:gd name="connsiteY10-404" fmla="*/ 4098468 h 6459417"/>
              <a:gd name="connsiteX11-405" fmla="*/ 0 w 6858000"/>
              <a:gd name="connsiteY11-406" fmla="*/ 3954046 h 6459417"/>
              <a:gd name="connsiteX12-407" fmla="*/ 0 w 6858000"/>
              <a:gd name="connsiteY12-408" fmla="*/ 3295924 h 6459417"/>
              <a:gd name="connsiteX13-409" fmla="*/ 0 w 6858000"/>
              <a:gd name="connsiteY13-410" fmla="*/ 1819701 h 6459417"/>
              <a:gd name="connsiteX14-411" fmla="*/ 0 w 6858000"/>
              <a:gd name="connsiteY14-412" fmla="*/ 1675279 h 6459417"/>
              <a:gd name="connsiteX15-413" fmla="*/ 0 w 6858000"/>
              <a:gd name="connsiteY15-414" fmla="*/ 1017157 h 6459417"/>
              <a:gd name="connsiteX16-415" fmla="*/ 6858000 w 6858000"/>
              <a:gd name="connsiteY16-416" fmla="*/ 0 h 6459417"/>
              <a:gd name="connsiteX0-417" fmla="*/ 6858003 w 6858003"/>
              <a:gd name="connsiteY0-418" fmla="*/ 0 h 6735189"/>
              <a:gd name="connsiteX1-419" fmla="*/ 6858000 w 6858003"/>
              <a:gd name="connsiteY1-420" fmla="*/ 1951051 h 6735189"/>
              <a:gd name="connsiteX2-421" fmla="*/ 6858000 w 6858003"/>
              <a:gd name="connsiteY2-422" fmla="*/ 2095473 h 6735189"/>
              <a:gd name="connsiteX3-423" fmla="*/ 6858000 w 6858003"/>
              <a:gd name="connsiteY3-424" fmla="*/ 2554539 h 6735189"/>
              <a:gd name="connsiteX4-425" fmla="*/ 6858000 w 6858003"/>
              <a:gd name="connsiteY4-426" fmla="*/ 4229818 h 6735189"/>
              <a:gd name="connsiteX5-427" fmla="*/ 6858000 w 6858003"/>
              <a:gd name="connsiteY5-428" fmla="*/ 4374240 h 6735189"/>
              <a:gd name="connsiteX6-429" fmla="*/ 6858000 w 6858003"/>
              <a:gd name="connsiteY6-430" fmla="*/ 4456422 h 6735189"/>
              <a:gd name="connsiteX7-431" fmla="*/ 6858000 w 6858003"/>
              <a:gd name="connsiteY7-432" fmla="*/ 6735189 h 6735189"/>
              <a:gd name="connsiteX8-433" fmla="*/ 0 w 6858003"/>
              <a:gd name="connsiteY8-434" fmla="*/ 6735189 h 6735189"/>
              <a:gd name="connsiteX9-435" fmla="*/ 0 w 6858003"/>
              <a:gd name="connsiteY9-436" fmla="*/ 4456422 h 6735189"/>
              <a:gd name="connsiteX10-437" fmla="*/ 0 w 6858003"/>
              <a:gd name="connsiteY10-438" fmla="*/ 4374240 h 6735189"/>
              <a:gd name="connsiteX11-439" fmla="*/ 0 w 6858003"/>
              <a:gd name="connsiteY11-440" fmla="*/ 4229818 h 6735189"/>
              <a:gd name="connsiteX12-441" fmla="*/ 0 w 6858003"/>
              <a:gd name="connsiteY12-442" fmla="*/ 3571696 h 6735189"/>
              <a:gd name="connsiteX13-443" fmla="*/ 0 w 6858003"/>
              <a:gd name="connsiteY13-444" fmla="*/ 2095473 h 6735189"/>
              <a:gd name="connsiteX14-445" fmla="*/ 0 w 6858003"/>
              <a:gd name="connsiteY14-446" fmla="*/ 1951051 h 6735189"/>
              <a:gd name="connsiteX15-447" fmla="*/ 0 w 6858003"/>
              <a:gd name="connsiteY15-448" fmla="*/ 1292929 h 6735189"/>
              <a:gd name="connsiteX16-449" fmla="*/ 6858003 w 6858003"/>
              <a:gd name="connsiteY16-450" fmla="*/ 0 h 6735189"/>
              <a:gd name="connsiteX0-451" fmla="*/ 6858003 w 6858003"/>
              <a:gd name="connsiteY0-452" fmla="*/ 0 h 6735189"/>
              <a:gd name="connsiteX1-453" fmla="*/ 6858000 w 6858003"/>
              <a:gd name="connsiteY1-454" fmla="*/ 1951051 h 6735189"/>
              <a:gd name="connsiteX2-455" fmla="*/ 6858000 w 6858003"/>
              <a:gd name="connsiteY2-456" fmla="*/ 2095473 h 6735189"/>
              <a:gd name="connsiteX3-457" fmla="*/ 6858000 w 6858003"/>
              <a:gd name="connsiteY3-458" fmla="*/ 2554539 h 6735189"/>
              <a:gd name="connsiteX4-459" fmla="*/ 6858000 w 6858003"/>
              <a:gd name="connsiteY4-460" fmla="*/ 4229818 h 6735189"/>
              <a:gd name="connsiteX5-461" fmla="*/ 6858000 w 6858003"/>
              <a:gd name="connsiteY5-462" fmla="*/ 4374240 h 6735189"/>
              <a:gd name="connsiteX6-463" fmla="*/ 6858000 w 6858003"/>
              <a:gd name="connsiteY6-464" fmla="*/ 4456422 h 6735189"/>
              <a:gd name="connsiteX7-465" fmla="*/ 6858000 w 6858003"/>
              <a:gd name="connsiteY7-466" fmla="*/ 6735189 h 6735189"/>
              <a:gd name="connsiteX8-467" fmla="*/ 0 w 6858003"/>
              <a:gd name="connsiteY8-468" fmla="*/ 6735189 h 6735189"/>
              <a:gd name="connsiteX9-469" fmla="*/ 0 w 6858003"/>
              <a:gd name="connsiteY9-470" fmla="*/ 4456422 h 6735189"/>
              <a:gd name="connsiteX10-471" fmla="*/ 0 w 6858003"/>
              <a:gd name="connsiteY10-472" fmla="*/ 4374240 h 6735189"/>
              <a:gd name="connsiteX11-473" fmla="*/ 0 w 6858003"/>
              <a:gd name="connsiteY11-474" fmla="*/ 4229818 h 6735189"/>
              <a:gd name="connsiteX12-475" fmla="*/ 0 w 6858003"/>
              <a:gd name="connsiteY12-476" fmla="*/ 3571696 h 6735189"/>
              <a:gd name="connsiteX13-477" fmla="*/ 0 w 6858003"/>
              <a:gd name="connsiteY13-478" fmla="*/ 2095473 h 6735189"/>
              <a:gd name="connsiteX14-479" fmla="*/ 0 w 6858003"/>
              <a:gd name="connsiteY14-480" fmla="*/ 1951051 h 6735189"/>
              <a:gd name="connsiteX15-481" fmla="*/ 0 w 6858003"/>
              <a:gd name="connsiteY15-482" fmla="*/ 1292929 h 6735189"/>
              <a:gd name="connsiteX16-483" fmla="*/ 6858003 w 6858003"/>
              <a:gd name="connsiteY16-484" fmla="*/ 0 h 6735189"/>
              <a:gd name="connsiteX0-485" fmla="*/ 6858003 w 6858003"/>
              <a:gd name="connsiteY0-486" fmla="*/ 0 h 6735189"/>
              <a:gd name="connsiteX1-487" fmla="*/ 6858000 w 6858003"/>
              <a:gd name="connsiteY1-488" fmla="*/ 1951051 h 6735189"/>
              <a:gd name="connsiteX2-489" fmla="*/ 6858000 w 6858003"/>
              <a:gd name="connsiteY2-490" fmla="*/ 2095473 h 6735189"/>
              <a:gd name="connsiteX3-491" fmla="*/ 6858000 w 6858003"/>
              <a:gd name="connsiteY3-492" fmla="*/ 2554539 h 6735189"/>
              <a:gd name="connsiteX4-493" fmla="*/ 6858000 w 6858003"/>
              <a:gd name="connsiteY4-494" fmla="*/ 4229818 h 6735189"/>
              <a:gd name="connsiteX5-495" fmla="*/ 6858000 w 6858003"/>
              <a:gd name="connsiteY5-496" fmla="*/ 4374240 h 6735189"/>
              <a:gd name="connsiteX6-497" fmla="*/ 6858000 w 6858003"/>
              <a:gd name="connsiteY6-498" fmla="*/ 4456422 h 6735189"/>
              <a:gd name="connsiteX7-499" fmla="*/ 6858000 w 6858003"/>
              <a:gd name="connsiteY7-500" fmla="*/ 6735189 h 6735189"/>
              <a:gd name="connsiteX8-501" fmla="*/ 0 w 6858003"/>
              <a:gd name="connsiteY8-502" fmla="*/ 6735189 h 6735189"/>
              <a:gd name="connsiteX9-503" fmla="*/ 0 w 6858003"/>
              <a:gd name="connsiteY9-504" fmla="*/ 4456422 h 6735189"/>
              <a:gd name="connsiteX10-505" fmla="*/ 0 w 6858003"/>
              <a:gd name="connsiteY10-506" fmla="*/ 4374240 h 6735189"/>
              <a:gd name="connsiteX11-507" fmla="*/ 0 w 6858003"/>
              <a:gd name="connsiteY11-508" fmla="*/ 4229818 h 6735189"/>
              <a:gd name="connsiteX12-509" fmla="*/ 0 w 6858003"/>
              <a:gd name="connsiteY12-510" fmla="*/ 3571696 h 6735189"/>
              <a:gd name="connsiteX13-511" fmla="*/ 0 w 6858003"/>
              <a:gd name="connsiteY13-512" fmla="*/ 2095473 h 6735189"/>
              <a:gd name="connsiteX14-513" fmla="*/ 0 w 6858003"/>
              <a:gd name="connsiteY14-514" fmla="*/ 1951051 h 6735189"/>
              <a:gd name="connsiteX15-515" fmla="*/ 0 w 6858003"/>
              <a:gd name="connsiteY15-516" fmla="*/ 1292929 h 6735189"/>
              <a:gd name="connsiteX16-517" fmla="*/ 6858003 w 6858003"/>
              <a:gd name="connsiteY16-518" fmla="*/ 0 h 6735189"/>
              <a:gd name="connsiteX0-519" fmla="*/ 6858003 w 6858003"/>
              <a:gd name="connsiteY0-520" fmla="*/ 0 h 6735189"/>
              <a:gd name="connsiteX1-521" fmla="*/ 6858000 w 6858003"/>
              <a:gd name="connsiteY1-522" fmla="*/ 1951051 h 6735189"/>
              <a:gd name="connsiteX2-523" fmla="*/ 6858000 w 6858003"/>
              <a:gd name="connsiteY2-524" fmla="*/ 2095473 h 6735189"/>
              <a:gd name="connsiteX3-525" fmla="*/ 6858000 w 6858003"/>
              <a:gd name="connsiteY3-526" fmla="*/ 2554539 h 6735189"/>
              <a:gd name="connsiteX4-527" fmla="*/ 6858000 w 6858003"/>
              <a:gd name="connsiteY4-528" fmla="*/ 4229818 h 6735189"/>
              <a:gd name="connsiteX5-529" fmla="*/ 6858000 w 6858003"/>
              <a:gd name="connsiteY5-530" fmla="*/ 4374240 h 6735189"/>
              <a:gd name="connsiteX6-531" fmla="*/ 6858000 w 6858003"/>
              <a:gd name="connsiteY6-532" fmla="*/ 4456422 h 6735189"/>
              <a:gd name="connsiteX7-533" fmla="*/ 6858000 w 6858003"/>
              <a:gd name="connsiteY7-534" fmla="*/ 6735189 h 6735189"/>
              <a:gd name="connsiteX8-535" fmla="*/ 0 w 6858003"/>
              <a:gd name="connsiteY8-536" fmla="*/ 6735189 h 6735189"/>
              <a:gd name="connsiteX9-537" fmla="*/ 0 w 6858003"/>
              <a:gd name="connsiteY9-538" fmla="*/ 4456422 h 6735189"/>
              <a:gd name="connsiteX10-539" fmla="*/ 0 w 6858003"/>
              <a:gd name="connsiteY10-540" fmla="*/ 4374240 h 6735189"/>
              <a:gd name="connsiteX11-541" fmla="*/ 0 w 6858003"/>
              <a:gd name="connsiteY11-542" fmla="*/ 4229818 h 6735189"/>
              <a:gd name="connsiteX12-543" fmla="*/ 0 w 6858003"/>
              <a:gd name="connsiteY12-544" fmla="*/ 3571696 h 6735189"/>
              <a:gd name="connsiteX13-545" fmla="*/ 0 w 6858003"/>
              <a:gd name="connsiteY13-546" fmla="*/ 2095473 h 6735189"/>
              <a:gd name="connsiteX14-547" fmla="*/ 0 w 6858003"/>
              <a:gd name="connsiteY14-548" fmla="*/ 1951051 h 6735189"/>
              <a:gd name="connsiteX15-549" fmla="*/ 0 w 6858003"/>
              <a:gd name="connsiteY15-550" fmla="*/ 1292929 h 6735189"/>
              <a:gd name="connsiteX16-551" fmla="*/ 6858003 w 6858003"/>
              <a:gd name="connsiteY16-552" fmla="*/ 0 h 6735189"/>
              <a:gd name="connsiteX0-553" fmla="*/ 6858003 w 6858003"/>
              <a:gd name="connsiteY0-554" fmla="*/ 0 h 6735189"/>
              <a:gd name="connsiteX1-555" fmla="*/ 6858000 w 6858003"/>
              <a:gd name="connsiteY1-556" fmla="*/ 1951051 h 6735189"/>
              <a:gd name="connsiteX2-557" fmla="*/ 6858000 w 6858003"/>
              <a:gd name="connsiteY2-558" fmla="*/ 2095473 h 6735189"/>
              <a:gd name="connsiteX3-559" fmla="*/ 6858000 w 6858003"/>
              <a:gd name="connsiteY3-560" fmla="*/ 2554539 h 6735189"/>
              <a:gd name="connsiteX4-561" fmla="*/ 6858000 w 6858003"/>
              <a:gd name="connsiteY4-562" fmla="*/ 4229818 h 6735189"/>
              <a:gd name="connsiteX5-563" fmla="*/ 6858000 w 6858003"/>
              <a:gd name="connsiteY5-564" fmla="*/ 4374240 h 6735189"/>
              <a:gd name="connsiteX6-565" fmla="*/ 6858000 w 6858003"/>
              <a:gd name="connsiteY6-566" fmla="*/ 4456422 h 6735189"/>
              <a:gd name="connsiteX7-567" fmla="*/ 6858000 w 6858003"/>
              <a:gd name="connsiteY7-568" fmla="*/ 6735189 h 6735189"/>
              <a:gd name="connsiteX8-569" fmla="*/ 0 w 6858003"/>
              <a:gd name="connsiteY8-570" fmla="*/ 6735189 h 6735189"/>
              <a:gd name="connsiteX9-571" fmla="*/ 0 w 6858003"/>
              <a:gd name="connsiteY9-572" fmla="*/ 4456422 h 6735189"/>
              <a:gd name="connsiteX10-573" fmla="*/ 0 w 6858003"/>
              <a:gd name="connsiteY10-574" fmla="*/ 4374240 h 6735189"/>
              <a:gd name="connsiteX11-575" fmla="*/ 0 w 6858003"/>
              <a:gd name="connsiteY11-576" fmla="*/ 4229818 h 6735189"/>
              <a:gd name="connsiteX12-577" fmla="*/ 0 w 6858003"/>
              <a:gd name="connsiteY12-578" fmla="*/ 3571696 h 6735189"/>
              <a:gd name="connsiteX13-579" fmla="*/ 0 w 6858003"/>
              <a:gd name="connsiteY13-580" fmla="*/ 2095473 h 6735189"/>
              <a:gd name="connsiteX14-581" fmla="*/ 0 w 6858003"/>
              <a:gd name="connsiteY14-582" fmla="*/ 1951051 h 6735189"/>
              <a:gd name="connsiteX15-583" fmla="*/ 0 w 6858003"/>
              <a:gd name="connsiteY15-584" fmla="*/ 1292929 h 6735189"/>
              <a:gd name="connsiteX16-585" fmla="*/ 6858003 w 6858003"/>
              <a:gd name="connsiteY16-586" fmla="*/ 0 h 6735189"/>
              <a:gd name="connsiteX0-587" fmla="*/ 6858003 w 6858003"/>
              <a:gd name="connsiteY0-588" fmla="*/ 0 h 7431875"/>
              <a:gd name="connsiteX1-589" fmla="*/ 6858000 w 6858003"/>
              <a:gd name="connsiteY1-590" fmla="*/ 2647737 h 7431875"/>
              <a:gd name="connsiteX2-591" fmla="*/ 6858000 w 6858003"/>
              <a:gd name="connsiteY2-592" fmla="*/ 2792159 h 7431875"/>
              <a:gd name="connsiteX3-593" fmla="*/ 6858000 w 6858003"/>
              <a:gd name="connsiteY3-594" fmla="*/ 3251225 h 7431875"/>
              <a:gd name="connsiteX4-595" fmla="*/ 6858000 w 6858003"/>
              <a:gd name="connsiteY4-596" fmla="*/ 4926504 h 7431875"/>
              <a:gd name="connsiteX5-597" fmla="*/ 6858000 w 6858003"/>
              <a:gd name="connsiteY5-598" fmla="*/ 5070926 h 7431875"/>
              <a:gd name="connsiteX6-599" fmla="*/ 6858000 w 6858003"/>
              <a:gd name="connsiteY6-600" fmla="*/ 5153108 h 7431875"/>
              <a:gd name="connsiteX7-601" fmla="*/ 6858000 w 6858003"/>
              <a:gd name="connsiteY7-602" fmla="*/ 7431875 h 7431875"/>
              <a:gd name="connsiteX8-603" fmla="*/ 0 w 6858003"/>
              <a:gd name="connsiteY8-604" fmla="*/ 7431875 h 7431875"/>
              <a:gd name="connsiteX9-605" fmla="*/ 0 w 6858003"/>
              <a:gd name="connsiteY9-606" fmla="*/ 5153108 h 7431875"/>
              <a:gd name="connsiteX10-607" fmla="*/ 0 w 6858003"/>
              <a:gd name="connsiteY10-608" fmla="*/ 5070926 h 7431875"/>
              <a:gd name="connsiteX11-609" fmla="*/ 0 w 6858003"/>
              <a:gd name="connsiteY11-610" fmla="*/ 4926504 h 7431875"/>
              <a:gd name="connsiteX12-611" fmla="*/ 0 w 6858003"/>
              <a:gd name="connsiteY12-612" fmla="*/ 4268382 h 7431875"/>
              <a:gd name="connsiteX13-613" fmla="*/ 0 w 6858003"/>
              <a:gd name="connsiteY13-614" fmla="*/ 2792159 h 7431875"/>
              <a:gd name="connsiteX14-615" fmla="*/ 0 w 6858003"/>
              <a:gd name="connsiteY14-616" fmla="*/ 2647737 h 7431875"/>
              <a:gd name="connsiteX15-617" fmla="*/ 0 w 6858003"/>
              <a:gd name="connsiteY15-618" fmla="*/ 1989615 h 7431875"/>
              <a:gd name="connsiteX16-619" fmla="*/ 6858003 w 6858003"/>
              <a:gd name="connsiteY16-620" fmla="*/ 0 h 7431875"/>
              <a:gd name="connsiteX0-621" fmla="*/ 6872517 w 6872517"/>
              <a:gd name="connsiteY0-622" fmla="*/ 0 h 7431875"/>
              <a:gd name="connsiteX1-623" fmla="*/ 6872514 w 6872517"/>
              <a:gd name="connsiteY1-624" fmla="*/ 2647737 h 7431875"/>
              <a:gd name="connsiteX2-625" fmla="*/ 6872514 w 6872517"/>
              <a:gd name="connsiteY2-626" fmla="*/ 2792159 h 7431875"/>
              <a:gd name="connsiteX3-627" fmla="*/ 6872514 w 6872517"/>
              <a:gd name="connsiteY3-628" fmla="*/ 3251225 h 7431875"/>
              <a:gd name="connsiteX4-629" fmla="*/ 6872514 w 6872517"/>
              <a:gd name="connsiteY4-630" fmla="*/ 4926504 h 7431875"/>
              <a:gd name="connsiteX5-631" fmla="*/ 6872514 w 6872517"/>
              <a:gd name="connsiteY5-632" fmla="*/ 5070926 h 7431875"/>
              <a:gd name="connsiteX6-633" fmla="*/ 6872514 w 6872517"/>
              <a:gd name="connsiteY6-634" fmla="*/ 5153108 h 7431875"/>
              <a:gd name="connsiteX7-635" fmla="*/ 6872514 w 6872517"/>
              <a:gd name="connsiteY7-636" fmla="*/ 7431875 h 7431875"/>
              <a:gd name="connsiteX8-637" fmla="*/ 14514 w 6872517"/>
              <a:gd name="connsiteY8-638" fmla="*/ 7431875 h 7431875"/>
              <a:gd name="connsiteX9-639" fmla="*/ 14514 w 6872517"/>
              <a:gd name="connsiteY9-640" fmla="*/ 5153108 h 7431875"/>
              <a:gd name="connsiteX10-641" fmla="*/ 14514 w 6872517"/>
              <a:gd name="connsiteY10-642" fmla="*/ 5070926 h 7431875"/>
              <a:gd name="connsiteX11-643" fmla="*/ 14514 w 6872517"/>
              <a:gd name="connsiteY11-644" fmla="*/ 4926504 h 7431875"/>
              <a:gd name="connsiteX12-645" fmla="*/ 14514 w 6872517"/>
              <a:gd name="connsiteY12-646" fmla="*/ 4268382 h 7431875"/>
              <a:gd name="connsiteX13-647" fmla="*/ 14514 w 6872517"/>
              <a:gd name="connsiteY13-648" fmla="*/ 2792159 h 7431875"/>
              <a:gd name="connsiteX14-649" fmla="*/ 14514 w 6872517"/>
              <a:gd name="connsiteY14-650" fmla="*/ 2647737 h 7431875"/>
              <a:gd name="connsiteX15-651" fmla="*/ 0 w 6872517"/>
              <a:gd name="connsiteY15-652" fmla="*/ 480129 h 7431875"/>
              <a:gd name="connsiteX16-653" fmla="*/ 6872517 w 6872517"/>
              <a:gd name="connsiteY16-654" fmla="*/ 0 h 7431875"/>
              <a:gd name="connsiteX0-655" fmla="*/ 6858003 w 6858003"/>
              <a:gd name="connsiteY0-656" fmla="*/ 0 h 7431875"/>
              <a:gd name="connsiteX1-657" fmla="*/ 6858000 w 6858003"/>
              <a:gd name="connsiteY1-658" fmla="*/ 2647737 h 7431875"/>
              <a:gd name="connsiteX2-659" fmla="*/ 6858000 w 6858003"/>
              <a:gd name="connsiteY2-660" fmla="*/ 2792159 h 7431875"/>
              <a:gd name="connsiteX3-661" fmla="*/ 6858000 w 6858003"/>
              <a:gd name="connsiteY3-662" fmla="*/ 3251225 h 7431875"/>
              <a:gd name="connsiteX4-663" fmla="*/ 6858000 w 6858003"/>
              <a:gd name="connsiteY4-664" fmla="*/ 4926504 h 7431875"/>
              <a:gd name="connsiteX5-665" fmla="*/ 6858000 w 6858003"/>
              <a:gd name="connsiteY5-666" fmla="*/ 5070926 h 7431875"/>
              <a:gd name="connsiteX6-667" fmla="*/ 6858000 w 6858003"/>
              <a:gd name="connsiteY6-668" fmla="*/ 5153108 h 7431875"/>
              <a:gd name="connsiteX7-669" fmla="*/ 6858000 w 6858003"/>
              <a:gd name="connsiteY7-670" fmla="*/ 7431875 h 7431875"/>
              <a:gd name="connsiteX8-671" fmla="*/ 0 w 6858003"/>
              <a:gd name="connsiteY8-672" fmla="*/ 7431875 h 7431875"/>
              <a:gd name="connsiteX9-673" fmla="*/ 0 w 6858003"/>
              <a:gd name="connsiteY9-674" fmla="*/ 5153108 h 7431875"/>
              <a:gd name="connsiteX10-675" fmla="*/ 0 w 6858003"/>
              <a:gd name="connsiteY10-676" fmla="*/ 5070926 h 7431875"/>
              <a:gd name="connsiteX11-677" fmla="*/ 0 w 6858003"/>
              <a:gd name="connsiteY11-678" fmla="*/ 4926504 h 7431875"/>
              <a:gd name="connsiteX12-679" fmla="*/ 0 w 6858003"/>
              <a:gd name="connsiteY12-680" fmla="*/ 4268382 h 7431875"/>
              <a:gd name="connsiteX13-681" fmla="*/ 0 w 6858003"/>
              <a:gd name="connsiteY13-682" fmla="*/ 2792159 h 7431875"/>
              <a:gd name="connsiteX14-683" fmla="*/ 0 w 6858003"/>
              <a:gd name="connsiteY14-684" fmla="*/ 2647737 h 7431875"/>
              <a:gd name="connsiteX15-685" fmla="*/ 0 w 6858003"/>
              <a:gd name="connsiteY15-686" fmla="*/ 552701 h 7431875"/>
              <a:gd name="connsiteX16-687" fmla="*/ 6858003 w 6858003"/>
              <a:gd name="connsiteY16-688" fmla="*/ 0 h 7431875"/>
              <a:gd name="connsiteX0-689" fmla="*/ 6858003 w 6858003"/>
              <a:gd name="connsiteY0-690" fmla="*/ 0 h 7431875"/>
              <a:gd name="connsiteX1-691" fmla="*/ 6858000 w 6858003"/>
              <a:gd name="connsiteY1-692" fmla="*/ 2647737 h 7431875"/>
              <a:gd name="connsiteX2-693" fmla="*/ 6858000 w 6858003"/>
              <a:gd name="connsiteY2-694" fmla="*/ 2792159 h 7431875"/>
              <a:gd name="connsiteX3-695" fmla="*/ 6858000 w 6858003"/>
              <a:gd name="connsiteY3-696" fmla="*/ 3251225 h 7431875"/>
              <a:gd name="connsiteX4-697" fmla="*/ 6858000 w 6858003"/>
              <a:gd name="connsiteY4-698" fmla="*/ 4926504 h 7431875"/>
              <a:gd name="connsiteX5-699" fmla="*/ 6858000 w 6858003"/>
              <a:gd name="connsiteY5-700" fmla="*/ 5070926 h 7431875"/>
              <a:gd name="connsiteX6-701" fmla="*/ 6858000 w 6858003"/>
              <a:gd name="connsiteY6-702" fmla="*/ 5153108 h 7431875"/>
              <a:gd name="connsiteX7-703" fmla="*/ 6858000 w 6858003"/>
              <a:gd name="connsiteY7-704" fmla="*/ 7431875 h 7431875"/>
              <a:gd name="connsiteX8-705" fmla="*/ 0 w 6858003"/>
              <a:gd name="connsiteY8-706" fmla="*/ 7431875 h 7431875"/>
              <a:gd name="connsiteX9-707" fmla="*/ 0 w 6858003"/>
              <a:gd name="connsiteY9-708" fmla="*/ 5153108 h 7431875"/>
              <a:gd name="connsiteX10-709" fmla="*/ 0 w 6858003"/>
              <a:gd name="connsiteY10-710" fmla="*/ 5070926 h 7431875"/>
              <a:gd name="connsiteX11-711" fmla="*/ 0 w 6858003"/>
              <a:gd name="connsiteY11-712" fmla="*/ 4926504 h 7431875"/>
              <a:gd name="connsiteX12-713" fmla="*/ 0 w 6858003"/>
              <a:gd name="connsiteY12-714" fmla="*/ 4268382 h 7431875"/>
              <a:gd name="connsiteX13-715" fmla="*/ 0 w 6858003"/>
              <a:gd name="connsiteY13-716" fmla="*/ 2792159 h 7431875"/>
              <a:gd name="connsiteX14-717" fmla="*/ 0 w 6858003"/>
              <a:gd name="connsiteY14-718" fmla="*/ 552701 h 7431875"/>
              <a:gd name="connsiteX15-719" fmla="*/ 6858003 w 6858003"/>
              <a:gd name="connsiteY15-720" fmla="*/ 0 h 7431875"/>
              <a:gd name="connsiteX0-721" fmla="*/ 6858003 w 6858003"/>
              <a:gd name="connsiteY0-722" fmla="*/ 0 h 7431875"/>
              <a:gd name="connsiteX1-723" fmla="*/ 6858000 w 6858003"/>
              <a:gd name="connsiteY1-724" fmla="*/ 2647737 h 7431875"/>
              <a:gd name="connsiteX2-725" fmla="*/ 6858000 w 6858003"/>
              <a:gd name="connsiteY2-726" fmla="*/ 2792159 h 7431875"/>
              <a:gd name="connsiteX3-727" fmla="*/ 6858000 w 6858003"/>
              <a:gd name="connsiteY3-728" fmla="*/ 3251225 h 7431875"/>
              <a:gd name="connsiteX4-729" fmla="*/ 6858000 w 6858003"/>
              <a:gd name="connsiteY4-730" fmla="*/ 4926504 h 7431875"/>
              <a:gd name="connsiteX5-731" fmla="*/ 6858000 w 6858003"/>
              <a:gd name="connsiteY5-732" fmla="*/ 5070926 h 7431875"/>
              <a:gd name="connsiteX6-733" fmla="*/ 6858000 w 6858003"/>
              <a:gd name="connsiteY6-734" fmla="*/ 5153108 h 7431875"/>
              <a:gd name="connsiteX7-735" fmla="*/ 6858000 w 6858003"/>
              <a:gd name="connsiteY7-736" fmla="*/ 7431875 h 7431875"/>
              <a:gd name="connsiteX8-737" fmla="*/ 0 w 6858003"/>
              <a:gd name="connsiteY8-738" fmla="*/ 7431875 h 7431875"/>
              <a:gd name="connsiteX9-739" fmla="*/ 0 w 6858003"/>
              <a:gd name="connsiteY9-740" fmla="*/ 5153108 h 7431875"/>
              <a:gd name="connsiteX10-741" fmla="*/ 0 w 6858003"/>
              <a:gd name="connsiteY10-742" fmla="*/ 5070926 h 7431875"/>
              <a:gd name="connsiteX11-743" fmla="*/ 0 w 6858003"/>
              <a:gd name="connsiteY11-744" fmla="*/ 4926504 h 7431875"/>
              <a:gd name="connsiteX12-745" fmla="*/ 0 w 6858003"/>
              <a:gd name="connsiteY12-746" fmla="*/ 4268382 h 7431875"/>
              <a:gd name="connsiteX13-747" fmla="*/ 0 w 6858003"/>
              <a:gd name="connsiteY13-748" fmla="*/ 552701 h 7431875"/>
              <a:gd name="connsiteX14-749" fmla="*/ 6858003 w 6858003"/>
              <a:gd name="connsiteY14-750" fmla="*/ 0 h 7431875"/>
              <a:gd name="connsiteX0-751" fmla="*/ 6858003 w 6858003"/>
              <a:gd name="connsiteY0-752" fmla="*/ 0 h 7431875"/>
              <a:gd name="connsiteX1-753" fmla="*/ 6858000 w 6858003"/>
              <a:gd name="connsiteY1-754" fmla="*/ 2647737 h 7431875"/>
              <a:gd name="connsiteX2-755" fmla="*/ 6858000 w 6858003"/>
              <a:gd name="connsiteY2-756" fmla="*/ 2792159 h 7431875"/>
              <a:gd name="connsiteX3-757" fmla="*/ 6858000 w 6858003"/>
              <a:gd name="connsiteY3-758" fmla="*/ 3251225 h 7431875"/>
              <a:gd name="connsiteX4-759" fmla="*/ 6858000 w 6858003"/>
              <a:gd name="connsiteY4-760" fmla="*/ 4926504 h 7431875"/>
              <a:gd name="connsiteX5-761" fmla="*/ 6858000 w 6858003"/>
              <a:gd name="connsiteY5-762" fmla="*/ 5070926 h 7431875"/>
              <a:gd name="connsiteX6-763" fmla="*/ 6858000 w 6858003"/>
              <a:gd name="connsiteY6-764" fmla="*/ 5153108 h 7431875"/>
              <a:gd name="connsiteX7-765" fmla="*/ 6858000 w 6858003"/>
              <a:gd name="connsiteY7-766" fmla="*/ 7431875 h 7431875"/>
              <a:gd name="connsiteX8-767" fmla="*/ 0 w 6858003"/>
              <a:gd name="connsiteY8-768" fmla="*/ 7431875 h 7431875"/>
              <a:gd name="connsiteX9-769" fmla="*/ 0 w 6858003"/>
              <a:gd name="connsiteY9-770" fmla="*/ 5153108 h 7431875"/>
              <a:gd name="connsiteX10-771" fmla="*/ 0 w 6858003"/>
              <a:gd name="connsiteY10-772" fmla="*/ 5070926 h 7431875"/>
              <a:gd name="connsiteX11-773" fmla="*/ 0 w 6858003"/>
              <a:gd name="connsiteY11-774" fmla="*/ 4926504 h 7431875"/>
              <a:gd name="connsiteX12-775" fmla="*/ 0 w 6858003"/>
              <a:gd name="connsiteY12-776" fmla="*/ 552701 h 7431875"/>
              <a:gd name="connsiteX13-777" fmla="*/ 6858003 w 6858003"/>
              <a:gd name="connsiteY13-778" fmla="*/ 0 h 7431875"/>
              <a:gd name="connsiteX0-779" fmla="*/ 6858003 w 6858003"/>
              <a:gd name="connsiteY0-780" fmla="*/ 0 h 7431875"/>
              <a:gd name="connsiteX1-781" fmla="*/ 6858000 w 6858003"/>
              <a:gd name="connsiteY1-782" fmla="*/ 2647737 h 7431875"/>
              <a:gd name="connsiteX2-783" fmla="*/ 6858000 w 6858003"/>
              <a:gd name="connsiteY2-784" fmla="*/ 2792159 h 7431875"/>
              <a:gd name="connsiteX3-785" fmla="*/ 6858000 w 6858003"/>
              <a:gd name="connsiteY3-786" fmla="*/ 3251225 h 7431875"/>
              <a:gd name="connsiteX4-787" fmla="*/ 6858000 w 6858003"/>
              <a:gd name="connsiteY4-788" fmla="*/ 4926504 h 7431875"/>
              <a:gd name="connsiteX5-789" fmla="*/ 6858000 w 6858003"/>
              <a:gd name="connsiteY5-790" fmla="*/ 5070926 h 7431875"/>
              <a:gd name="connsiteX6-791" fmla="*/ 6858000 w 6858003"/>
              <a:gd name="connsiteY6-792" fmla="*/ 5153108 h 7431875"/>
              <a:gd name="connsiteX7-793" fmla="*/ 6858000 w 6858003"/>
              <a:gd name="connsiteY7-794" fmla="*/ 7431875 h 7431875"/>
              <a:gd name="connsiteX8-795" fmla="*/ 0 w 6858003"/>
              <a:gd name="connsiteY8-796" fmla="*/ 7431875 h 7431875"/>
              <a:gd name="connsiteX9-797" fmla="*/ 0 w 6858003"/>
              <a:gd name="connsiteY9-798" fmla="*/ 5153108 h 7431875"/>
              <a:gd name="connsiteX10-799" fmla="*/ 0 w 6858003"/>
              <a:gd name="connsiteY10-800" fmla="*/ 5070926 h 7431875"/>
              <a:gd name="connsiteX11-801" fmla="*/ 0 w 6858003"/>
              <a:gd name="connsiteY11-802" fmla="*/ 552701 h 7431875"/>
              <a:gd name="connsiteX12-803" fmla="*/ 6858003 w 6858003"/>
              <a:gd name="connsiteY12-804" fmla="*/ 0 h 7431875"/>
              <a:gd name="connsiteX0-805" fmla="*/ 6858003 w 6858003"/>
              <a:gd name="connsiteY0-806" fmla="*/ 0 h 7431875"/>
              <a:gd name="connsiteX1-807" fmla="*/ 6858000 w 6858003"/>
              <a:gd name="connsiteY1-808" fmla="*/ 2647737 h 7431875"/>
              <a:gd name="connsiteX2-809" fmla="*/ 6858000 w 6858003"/>
              <a:gd name="connsiteY2-810" fmla="*/ 2792159 h 7431875"/>
              <a:gd name="connsiteX3-811" fmla="*/ 6858000 w 6858003"/>
              <a:gd name="connsiteY3-812" fmla="*/ 3251225 h 7431875"/>
              <a:gd name="connsiteX4-813" fmla="*/ 6858000 w 6858003"/>
              <a:gd name="connsiteY4-814" fmla="*/ 4926504 h 7431875"/>
              <a:gd name="connsiteX5-815" fmla="*/ 6858000 w 6858003"/>
              <a:gd name="connsiteY5-816" fmla="*/ 5070926 h 7431875"/>
              <a:gd name="connsiteX6-817" fmla="*/ 6858000 w 6858003"/>
              <a:gd name="connsiteY6-818" fmla="*/ 5153108 h 7431875"/>
              <a:gd name="connsiteX7-819" fmla="*/ 6858000 w 6858003"/>
              <a:gd name="connsiteY7-820" fmla="*/ 7431875 h 7431875"/>
              <a:gd name="connsiteX8-821" fmla="*/ 0 w 6858003"/>
              <a:gd name="connsiteY8-822" fmla="*/ 7431875 h 7431875"/>
              <a:gd name="connsiteX9-823" fmla="*/ 0 w 6858003"/>
              <a:gd name="connsiteY9-824" fmla="*/ 5153108 h 7431875"/>
              <a:gd name="connsiteX10-825" fmla="*/ 0 w 6858003"/>
              <a:gd name="connsiteY10-826" fmla="*/ 552701 h 7431875"/>
              <a:gd name="connsiteX11-827" fmla="*/ 6858003 w 6858003"/>
              <a:gd name="connsiteY11-828" fmla="*/ 0 h 7431875"/>
              <a:gd name="connsiteX0-829" fmla="*/ 6858003 w 6858003"/>
              <a:gd name="connsiteY0-830" fmla="*/ 0 h 7431875"/>
              <a:gd name="connsiteX1-831" fmla="*/ 6858000 w 6858003"/>
              <a:gd name="connsiteY1-832" fmla="*/ 2647737 h 7431875"/>
              <a:gd name="connsiteX2-833" fmla="*/ 6858000 w 6858003"/>
              <a:gd name="connsiteY2-834" fmla="*/ 2792159 h 7431875"/>
              <a:gd name="connsiteX3-835" fmla="*/ 6858000 w 6858003"/>
              <a:gd name="connsiteY3-836" fmla="*/ 3251225 h 7431875"/>
              <a:gd name="connsiteX4-837" fmla="*/ 6858000 w 6858003"/>
              <a:gd name="connsiteY4-838" fmla="*/ 4926504 h 7431875"/>
              <a:gd name="connsiteX5-839" fmla="*/ 6858000 w 6858003"/>
              <a:gd name="connsiteY5-840" fmla="*/ 5070926 h 7431875"/>
              <a:gd name="connsiteX6-841" fmla="*/ 6858000 w 6858003"/>
              <a:gd name="connsiteY6-842" fmla="*/ 5153108 h 7431875"/>
              <a:gd name="connsiteX7-843" fmla="*/ 6858000 w 6858003"/>
              <a:gd name="connsiteY7-844" fmla="*/ 7431875 h 7431875"/>
              <a:gd name="connsiteX8-845" fmla="*/ 0 w 6858003"/>
              <a:gd name="connsiteY8-846" fmla="*/ 7431875 h 7431875"/>
              <a:gd name="connsiteX9-847" fmla="*/ 0 w 6858003"/>
              <a:gd name="connsiteY9-848" fmla="*/ 552701 h 7431875"/>
              <a:gd name="connsiteX10-849" fmla="*/ 6858003 w 6858003"/>
              <a:gd name="connsiteY10-850" fmla="*/ 0 h 7431875"/>
              <a:gd name="connsiteX0-851" fmla="*/ 6858003 w 6858003"/>
              <a:gd name="connsiteY0-852" fmla="*/ 0 h 7431875"/>
              <a:gd name="connsiteX1-853" fmla="*/ 6858000 w 6858003"/>
              <a:gd name="connsiteY1-854" fmla="*/ 2647737 h 7431875"/>
              <a:gd name="connsiteX2-855" fmla="*/ 6858000 w 6858003"/>
              <a:gd name="connsiteY2-856" fmla="*/ 2792159 h 7431875"/>
              <a:gd name="connsiteX3-857" fmla="*/ 6858000 w 6858003"/>
              <a:gd name="connsiteY3-858" fmla="*/ 3251225 h 7431875"/>
              <a:gd name="connsiteX4-859" fmla="*/ 6858000 w 6858003"/>
              <a:gd name="connsiteY4-860" fmla="*/ 4926504 h 7431875"/>
              <a:gd name="connsiteX5-861" fmla="*/ 6858000 w 6858003"/>
              <a:gd name="connsiteY5-862" fmla="*/ 5070926 h 7431875"/>
              <a:gd name="connsiteX6-863" fmla="*/ 6858000 w 6858003"/>
              <a:gd name="connsiteY6-864" fmla="*/ 7431875 h 7431875"/>
              <a:gd name="connsiteX7-865" fmla="*/ 0 w 6858003"/>
              <a:gd name="connsiteY7-866" fmla="*/ 7431875 h 7431875"/>
              <a:gd name="connsiteX8-867" fmla="*/ 0 w 6858003"/>
              <a:gd name="connsiteY8-868" fmla="*/ 552701 h 7431875"/>
              <a:gd name="connsiteX9-869" fmla="*/ 6858003 w 6858003"/>
              <a:gd name="connsiteY9-870" fmla="*/ 0 h 7431875"/>
              <a:gd name="connsiteX0-871" fmla="*/ 6858003 w 6858003"/>
              <a:gd name="connsiteY0-872" fmla="*/ 0 h 7431875"/>
              <a:gd name="connsiteX1-873" fmla="*/ 6858000 w 6858003"/>
              <a:gd name="connsiteY1-874" fmla="*/ 2647737 h 7431875"/>
              <a:gd name="connsiteX2-875" fmla="*/ 6858000 w 6858003"/>
              <a:gd name="connsiteY2-876" fmla="*/ 2792159 h 7431875"/>
              <a:gd name="connsiteX3-877" fmla="*/ 6858000 w 6858003"/>
              <a:gd name="connsiteY3-878" fmla="*/ 3251225 h 7431875"/>
              <a:gd name="connsiteX4-879" fmla="*/ 6858000 w 6858003"/>
              <a:gd name="connsiteY4-880" fmla="*/ 4926504 h 7431875"/>
              <a:gd name="connsiteX5-881" fmla="*/ 6858000 w 6858003"/>
              <a:gd name="connsiteY5-882" fmla="*/ 7431875 h 7431875"/>
              <a:gd name="connsiteX6-883" fmla="*/ 0 w 6858003"/>
              <a:gd name="connsiteY6-884" fmla="*/ 7431875 h 7431875"/>
              <a:gd name="connsiteX7-885" fmla="*/ 0 w 6858003"/>
              <a:gd name="connsiteY7-886" fmla="*/ 552701 h 7431875"/>
              <a:gd name="connsiteX8-887" fmla="*/ 6858003 w 6858003"/>
              <a:gd name="connsiteY8-888" fmla="*/ 0 h 7431875"/>
              <a:gd name="connsiteX0-889" fmla="*/ 6858003 w 6858003"/>
              <a:gd name="connsiteY0-890" fmla="*/ 0 h 7431875"/>
              <a:gd name="connsiteX1-891" fmla="*/ 6858000 w 6858003"/>
              <a:gd name="connsiteY1-892" fmla="*/ 2647737 h 7431875"/>
              <a:gd name="connsiteX2-893" fmla="*/ 6858000 w 6858003"/>
              <a:gd name="connsiteY2-894" fmla="*/ 2792159 h 7431875"/>
              <a:gd name="connsiteX3-895" fmla="*/ 6858000 w 6858003"/>
              <a:gd name="connsiteY3-896" fmla="*/ 3251225 h 7431875"/>
              <a:gd name="connsiteX4-897" fmla="*/ 6858000 w 6858003"/>
              <a:gd name="connsiteY4-898" fmla="*/ 7431875 h 7431875"/>
              <a:gd name="connsiteX5-899" fmla="*/ 0 w 6858003"/>
              <a:gd name="connsiteY5-900" fmla="*/ 7431875 h 7431875"/>
              <a:gd name="connsiteX6-901" fmla="*/ 0 w 6858003"/>
              <a:gd name="connsiteY6-902" fmla="*/ 552701 h 7431875"/>
              <a:gd name="connsiteX7-903" fmla="*/ 6858003 w 6858003"/>
              <a:gd name="connsiteY7-904" fmla="*/ 0 h 7431875"/>
              <a:gd name="connsiteX0-905" fmla="*/ 6858003 w 6858003"/>
              <a:gd name="connsiteY0-906" fmla="*/ 0 h 7431875"/>
              <a:gd name="connsiteX1-907" fmla="*/ 6858000 w 6858003"/>
              <a:gd name="connsiteY1-908" fmla="*/ 2647737 h 7431875"/>
              <a:gd name="connsiteX2-909" fmla="*/ 6858000 w 6858003"/>
              <a:gd name="connsiteY2-910" fmla="*/ 2792159 h 7431875"/>
              <a:gd name="connsiteX3-911" fmla="*/ 6858000 w 6858003"/>
              <a:gd name="connsiteY3-912" fmla="*/ 7431875 h 7431875"/>
              <a:gd name="connsiteX4-913" fmla="*/ 0 w 6858003"/>
              <a:gd name="connsiteY4-914" fmla="*/ 7431875 h 7431875"/>
              <a:gd name="connsiteX5-915" fmla="*/ 0 w 6858003"/>
              <a:gd name="connsiteY5-916" fmla="*/ 552701 h 7431875"/>
              <a:gd name="connsiteX6-917" fmla="*/ 6858003 w 6858003"/>
              <a:gd name="connsiteY6-918" fmla="*/ 0 h 7431875"/>
              <a:gd name="connsiteX0-919" fmla="*/ 6858003 w 6858003"/>
              <a:gd name="connsiteY0-920" fmla="*/ 0 h 7431875"/>
              <a:gd name="connsiteX1-921" fmla="*/ 6858000 w 6858003"/>
              <a:gd name="connsiteY1-922" fmla="*/ 2647737 h 7431875"/>
              <a:gd name="connsiteX2-923" fmla="*/ 6858000 w 6858003"/>
              <a:gd name="connsiteY2-924" fmla="*/ 7431875 h 7431875"/>
              <a:gd name="connsiteX3-925" fmla="*/ 0 w 6858003"/>
              <a:gd name="connsiteY3-926" fmla="*/ 7431875 h 7431875"/>
              <a:gd name="connsiteX4-927" fmla="*/ 0 w 6858003"/>
              <a:gd name="connsiteY4-928" fmla="*/ 552701 h 7431875"/>
              <a:gd name="connsiteX5-929" fmla="*/ 6858003 w 6858003"/>
              <a:gd name="connsiteY5-930" fmla="*/ 0 h 7431875"/>
              <a:gd name="connsiteX0-931" fmla="*/ 6872517 w 6872517"/>
              <a:gd name="connsiteY0-932" fmla="*/ 42385 h 6879174"/>
              <a:gd name="connsiteX1-933" fmla="*/ 6858000 w 6872517"/>
              <a:gd name="connsiteY1-934" fmla="*/ 2095036 h 6879174"/>
              <a:gd name="connsiteX2-935" fmla="*/ 6858000 w 6872517"/>
              <a:gd name="connsiteY2-936" fmla="*/ 6879174 h 6879174"/>
              <a:gd name="connsiteX3-937" fmla="*/ 0 w 6872517"/>
              <a:gd name="connsiteY3-938" fmla="*/ 6879174 h 6879174"/>
              <a:gd name="connsiteX4-939" fmla="*/ 0 w 6872517"/>
              <a:gd name="connsiteY4-940" fmla="*/ 0 h 6879174"/>
              <a:gd name="connsiteX5-941" fmla="*/ 6872517 w 6872517"/>
              <a:gd name="connsiteY5-942" fmla="*/ 42385 h 6879174"/>
              <a:gd name="connsiteX0-943" fmla="*/ 6872520 w 6872520"/>
              <a:gd name="connsiteY0-944" fmla="*/ 0 h 6880332"/>
              <a:gd name="connsiteX1-945" fmla="*/ 6858000 w 6872520"/>
              <a:gd name="connsiteY1-946" fmla="*/ 2096194 h 6880332"/>
              <a:gd name="connsiteX2-947" fmla="*/ 6858000 w 6872520"/>
              <a:gd name="connsiteY2-948" fmla="*/ 6880332 h 6880332"/>
              <a:gd name="connsiteX3-949" fmla="*/ 0 w 6872520"/>
              <a:gd name="connsiteY3-950" fmla="*/ 6880332 h 6880332"/>
              <a:gd name="connsiteX4-951" fmla="*/ 0 w 6872520"/>
              <a:gd name="connsiteY4-952" fmla="*/ 1158 h 6880332"/>
              <a:gd name="connsiteX5-953" fmla="*/ 6872520 w 6872520"/>
              <a:gd name="connsiteY5-954" fmla="*/ 0 h 6880332"/>
              <a:gd name="connsiteX0-955" fmla="*/ 6872520 w 6872520"/>
              <a:gd name="connsiteY0-956" fmla="*/ 0 h 6880332"/>
              <a:gd name="connsiteX1-957" fmla="*/ 6858000 w 6872520"/>
              <a:gd name="connsiteY1-958" fmla="*/ 2096194 h 6880332"/>
              <a:gd name="connsiteX2-959" fmla="*/ 6858000 w 6872520"/>
              <a:gd name="connsiteY2-960" fmla="*/ 6880332 h 6880332"/>
              <a:gd name="connsiteX3-961" fmla="*/ 0 w 6872520"/>
              <a:gd name="connsiteY3-962" fmla="*/ 6880332 h 6880332"/>
              <a:gd name="connsiteX4-963" fmla="*/ 0 w 6872520"/>
              <a:gd name="connsiteY4-964" fmla="*/ 1158 h 6880332"/>
              <a:gd name="connsiteX5-965" fmla="*/ 6872520 w 6872520"/>
              <a:gd name="connsiteY5-966" fmla="*/ 0 h 6880332"/>
              <a:gd name="connsiteX0-967" fmla="*/ 6843491 w 6858000"/>
              <a:gd name="connsiteY0-968" fmla="*/ 202042 h 6879174"/>
              <a:gd name="connsiteX1-969" fmla="*/ 6858000 w 6858000"/>
              <a:gd name="connsiteY1-970" fmla="*/ 2095036 h 6879174"/>
              <a:gd name="connsiteX2-971" fmla="*/ 6858000 w 6858000"/>
              <a:gd name="connsiteY2-972" fmla="*/ 6879174 h 6879174"/>
              <a:gd name="connsiteX3-973" fmla="*/ 0 w 6858000"/>
              <a:gd name="connsiteY3-974" fmla="*/ 6879174 h 6879174"/>
              <a:gd name="connsiteX4-975" fmla="*/ 0 w 6858000"/>
              <a:gd name="connsiteY4-976" fmla="*/ 0 h 6879174"/>
              <a:gd name="connsiteX5-977" fmla="*/ 6843491 w 6858000"/>
              <a:gd name="connsiteY5-978" fmla="*/ 202042 h 6879174"/>
              <a:gd name="connsiteX0-979" fmla="*/ 6843491 w 6858000"/>
              <a:gd name="connsiteY0-980" fmla="*/ 202042 h 6879174"/>
              <a:gd name="connsiteX1-981" fmla="*/ 6858000 w 6858000"/>
              <a:gd name="connsiteY1-982" fmla="*/ 2095036 h 6879174"/>
              <a:gd name="connsiteX2-983" fmla="*/ 6858000 w 6858000"/>
              <a:gd name="connsiteY2-984" fmla="*/ 6879174 h 6879174"/>
              <a:gd name="connsiteX3-985" fmla="*/ 0 w 6858000"/>
              <a:gd name="connsiteY3-986" fmla="*/ 6879174 h 6879174"/>
              <a:gd name="connsiteX4-987" fmla="*/ 0 w 6858000"/>
              <a:gd name="connsiteY4-988" fmla="*/ 0 h 6879174"/>
              <a:gd name="connsiteX5-989" fmla="*/ 6843491 w 6858000"/>
              <a:gd name="connsiteY5-990" fmla="*/ 202042 h 6879174"/>
              <a:gd name="connsiteX0-991" fmla="*/ 6843491 w 6858000"/>
              <a:gd name="connsiteY0-992" fmla="*/ 202042 h 6879174"/>
              <a:gd name="connsiteX1-993" fmla="*/ 6858000 w 6858000"/>
              <a:gd name="connsiteY1-994" fmla="*/ 2095036 h 6879174"/>
              <a:gd name="connsiteX2-995" fmla="*/ 6858000 w 6858000"/>
              <a:gd name="connsiteY2-996" fmla="*/ 6879174 h 6879174"/>
              <a:gd name="connsiteX3-997" fmla="*/ 0 w 6858000"/>
              <a:gd name="connsiteY3-998" fmla="*/ 6879174 h 6879174"/>
              <a:gd name="connsiteX4-999" fmla="*/ 0 w 6858000"/>
              <a:gd name="connsiteY4-1000" fmla="*/ 0 h 6879174"/>
              <a:gd name="connsiteX5-1001" fmla="*/ 6843491 w 6858000"/>
              <a:gd name="connsiteY5-1002" fmla="*/ 202042 h 6879174"/>
              <a:gd name="connsiteX0-1003" fmla="*/ 6856191 w 6858000"/>
              <a:gd name="connsiteY0-1004" fmla="*/ 214742 h 6879174"/>
              <a:gd name="connsiteX1-1005" fmla="*/ 6858000 w 6858000"/>
              <a:gd name="connsiteY1-1006" fmla="*/ 2095036 h 6879174"/>
              <a:gd name="connsiteX2-1007" fmla="*/ 6858000 w 6858000"/>
              <a:gd name="connsiteY2-1008" fmla="*/ 6879174 h 6879174"/>
              <a:gd name="connsiteX3-1009" fmla="*/ 0 w 6858000"/>
              <a:gd name="connsiteY3-1010" fmla="*/ 6879174 h 6879174"/>
              <a:gd name="connsiteX4-1011" fmla="*/ 0 w 6858000"/>
              <a:gd name="connsiteY4-1012" fmla="*/ 0 h 6879174"/>
              <a:gd name="connsiteX5-1013" fmla="*/ 6856191 w 6858000"/>
              <a:gd name="connsiteY5-1014" fmla="*/ 214742 h 6879174"/>
              <a:gd name="connsiteX0-1015" fmla="*/ 6856191 w 6858000"/>
              <a:gd name="connsiteY0-1016" fmla="*/ 209979 h 6879174"/>
              <a:gd name="connsiteX1-1017" fmla="*/ 6858000 w 6858000"/>
              <a:gd name="connsiteY1-1018" fmla="*/ 2095036 h 6879174"/>
              <a:gd name="connsiteX2-1019" fmla="*/ 6858000 w 6858000"/>
              <a:gd name="connsiteY2-1020" fmla="*/ 6879174 h 6879174"/>
              <a:gd name="connsiteX3-1021" fmla="*/ 0 w 6858000"/>
              <a:gd name="connsiteY3-1022" fmla="*/ 6879174 h 6879174"/>
              <a:gd name="connsiteX4-1023" fmla="*/ 0 w 6858000"/>
              <a:gd name="connsiteY4-1024" fmla="*/ 0 h 6879174"/>
              <a:gd name="connsiteX5-1025" fmla="*/ 6856191 w 6858000"/>
              <a:gd name="connsiteY5-1026" fmla="*/ 209979 h 6879174"/>
              <a:gd name="connsiteX0-1027" fmla="*/ 6868891 w 6868891"/>
              <a:gd name="connsiteY0-1028" fmla="*/ 197279 h 6879174"/>
              <a:gd name="connsiteX1-1029" fmla="*/ 6858000 w 6868891"/>
              <a:gd name="connsiteY1-1030" fmla="*/ 2095036 h 6879174"/>
              <a:gd name="connsiteX2-1031" fmla="*/ 6858000 w 6868891"/>
              <a:gd name="connsiteY2-1032" fmla="*/ 6879174 h 6879174"/>
              <a:gd name="connsiteX3-1033" fmla="*/ 0 w 6868891"/>
              <a:gd name="connsiteY3-1034" fmla="*/ 6879174 h 6879174"/>
              <a:gd name="connsiteX4-1035" fmla="*/ 0 w 6868891"/>
              <a:gd name="connsiteY4-1036" fmla="*/ 0 h 6879174"/>
              <a:gd name="connsiteX5-1037" fmla="*/ 6868891 w 6868891"/>
              <a:gd name="connsiteY5-1038" fmla="*/ 197279 h 6879174"/>
              <a:gd name="connsiteX0-1039" fmla="*/ 6868891 w 7721392"/>
              <a:gd name="connsiteY0-1040" fmla="*/ 197279 h 6879174"/>
              <a:gd name="connsiteX1-1041" fmla="*/ 6858000 w 7721392"/>
              <a:gd name="connsiteY1-1042" fmla="*/ 6879174 h 6879174"/>
              <a:gd name="connsiteX2-1043" fmla="*/ 0 w 7721392"/>
              <a:gd name="connsiteY2-1044" fmla="*/ 6879174 h 6879174"/>
              <a:gd name="connsiteX3-1045" fmla="*/ 0 w 7721392"/>
              <a:gd name="connsiteY3-1046" fmla="*/ 0 h 6879174"/>
              <a:gd name="connsiteX4-1047" fmla="*/ 6868891 w 7721392"/>
              <a:gd name="connsiteY4-1048" fmla="*/ 197279 h 6879174"/>
              <a:gd name="connsiteX0-1049" fmla="*/ 6868891 w 7373946"/>
              <a:gd name="connsiteY0-1050" fmla="*/ 197279 h 6879174"/>
              <a:gd name="connsiteX1-1051" fmla="*/ 6858000 w 7373946"/>
              <a:gd name="connsiteY1-1052" fmla="*/ 6879174 h 6879174"/>
              <a:gd name="connsiteX2-1053" fmla="*/ 0 w 7373946"/>
              <a:gd name="connsiteY2-1054" fmla="*/ 6879174 h 6879174"/>
              <a:gd name="connsiteX3-1055" fmla="*/ 0 w 7373946"/>
              <a:gd name="connsiteY3-1056" fmla="*/ 0 h 6879174"/>
              <a:gd name="connsiteX4-1057" fmla="*/ 6868891 w 7373946"/>
              <a:gd name="connsiteY4-1058" fmla="*/ 197279 h 6879174"/>
              <a:gd name="connsiteX0-1059" fmla="*/ 6868891 w 8182025"/>
              <a:gd name="connsiteY0-1060" fmla="*/ 197279 h 6879174"/>
              <a:gd name="connsiteX1-1061" fmla="*/ 6858000 w 8182025"/>
              <a:gd name="connsiteY1-1062" fmla="*/ 6879174 h 6879174"/>
              <a:gd name="connsiteX2-1063" fmla="*/ 0 w 8182025"/>
              <a:gd name="connsiteY2-1064" fmla="*/ 6879174 h 6879174"/>
              <a:gd name="connsiteX3-1065" fmla="*/ 0 w 8182025"/>
              <a:gd name="connsiteY3-1066" fmla="*/ 0 h 6879174"/>
              <a:gd name="connsiteX4-1067" fmla="*/ 6868891 w 8182025"/>
              <a:gd name="connsiteY4-1068" fmla="*/ 197279 h 6879174"/>
              <a:gd name="connsiteX0-1069" fmla="*/ 6868891 w 8182025"/>
              <a:gd name="connsiteY0-1070" fmla="*/ 197279 h 6879174"/>
              <a:gd name="connsiteX1-1071" fmla="*/ 6858000 w 8182025"/>
              <a:gd name="connsiteY1-1072" fmla="*/ 6879174 h 6879174"/>
              <a:gd name="connsiteX2-1073" fmla="*/ 0 w 8182025"/>
              <a:gd name="connsiteY2-1074" fmla="*/ 6879174 h 6879174"/>
              <a:gd name="connsiteX3-1075" fmla="*/ 0 w 8182025"/>
              <a:gd name="connsiteY3-1076" fmla="*/ 0 h 6879174"/>
              <a:gd name="connsiteX4-1077" fmla="*/ 6868891 w 8182025"/>
              <a:gd name="connsiteY4-1078" fmla="*/ 197279 h 6879174"/>
              <a:gd name="connsiteX0-1079" fmla="*/ 6868891 w 8182025"/>
              <a:gd name="connsiteY0-1080" fmla="*/ 197279 h 6879174"/>
              <a:gd name="connsiteX1-1081" fmla="*/ 6858000 w 8182025"/>
              <a:gd name="connsiteY1-1082" fmla="*/ 6879174 h 6879174"/>
              <a:gd name="connsiteX2-1083" fmla="*/ 0 w 8182025"/>
              <a:gd name="connsiteY2-1084" fmla="*/ 6879174 h 6879174"/>
              <a:gd name="connsiteX3-1085" fmla="*/ 0 w 8182025"/>
              <a:gd name="connsiteY3-1086" fmla="*/ 0 h 6879174"/>
              <a:gd name="connsiteX4-1087" fmla="*/ 6868891 w 8182025"/>
              <a:gd name="connsiteY4-1088" fmla="*/ 197279 h 6879174"/>
              <a:gd name="connsiteX0-1089" fmla="*/ 6868891 w 8182025"/>
              <a:gd name="connsiteY0-1090" fmla="*/ 197279 h 6879174"/>
              <a:gd name="connsiteX1-1091" fmla="*/ 6858000 w 8182025"/>
              <a:gd name="connsiteY1-1092" fmla="*/ 6879174 h 6879174"/>
              <a:gd name="connsiteX2-1093" fmla="*/ 0 w 8182025"/>
              <a:gd name="connsiteY2-1094" fmla="*/ 6879174 h 6879174"/>
              <a:gd name="connsiteX3-1095" fmla="*/ 0 w 8182025"/>
              <a:gd name="connsiteY3-1096" fmla="*/ 0 h 6879174"/>
              <a:gd name="connsiteX4-1097" fmla="*/ 6868891 w 8182025"/>
              <a:gd name="connsiteY4-1098" fmla="*/ 197279 h 6879174"/>
              <a:gd name="connsiteX0-1099" fmla="*/ 6868891 w 7374082"/>
              <a:gd name="connsiteY0-1100" fmla="*/ 197279 h 7217839"/>
              <a:gd name="connsiteX1-1101" fmla="*/ 6858000 w 7374082"/>
              <a:gd name="connsiteY1-1102" fmla="*/ 6879174 h 7217839"/>
              <a:gd name="connsiteX2-1103" fmla="*/ 0 w 7374082"/>
              <a:gd name="connsiteY2-1104" fmla="*/ 6879174 h 7217839"/>
              <a:gd name="connsiteX3-1105" fmla="*/ 0 w 7374082"/>
              <a:gd name="connsiteY3-1106" fmla="*/ 0 h 7217839"/>
              <a:gd name="connsiteX4-1107" fmla="*/ 6868891 w 7374082"/>
              <a:gd name="connsiteY4-1108" fmla="*/ 197279 h 7217839"/>
              <a:gd name="connsiteX0-1109" fmla="*/ 6868891 w 7513044"/>
              <a:gd name="connsiteY0-1110" fmla="*/ 197279 h 6879174"/>
              <a:gd name="connsiteX1-1111" fmla="*/ 6858000 w 7513044"/>
              <a:gd name="connsiteY1-1112" fmla="*/ 6879174 h 6879174"/>
              <a:gd name="connsiteX2-1113" fmla="*/ 0 w 7513044"/>
              <a:gd name="connsiteY2-1114" fmla="*/ 6879174 h 6879174"/>
              <a:gd name="connsiteX3-1115" fmla="*/ 0 w 7513044"/>
              <a:gd name="connsiteY3-1116" fmla="*/ 0 h 6879174"/>
              <a:gd name="connsiteX4-1117" fmla="*/ 6868891 w 7513044"/>
              <a:gd name="connsiteY4-1118" fmla="*/ 197279 h 6879174"/>
              <a:gd name="connsiteX0-1119" fmla="*/ 6868891 w 7374082"/>
              <a:gd name="connsiteY0-1120" fmla="*/ 197279 h 6879174"/>
              <a:gd name="connsiteX1-1121" fmla="*/ 6858000 w 7374082"/>
              <a:gd name="connsiteY1-1122" fmla="*/ 6879174 h 6879174"/>
              <a:gd name="connsiteX2-1123" fmla="*/ 0 w 7374082"/>
              <a:gd name="connsiteY2-1124" fmla="*/ 6879174 h 6879174"/>
              <a:gd name="connsiteX3-1125" fmla="*/ 0 w 7374082"/>
              <a:gd name="connsiteY3-1126" fmla="*/ 0 h 6879174"/>
              <a:gd name="connsiteX4-1127" fmla="*/ 6868891 w 7374082"/>
              <a:gd name="connsiteY4-1128" fmla="*/ 197279 h 6879174"/>
              <a:gd name="connsiteX0-1129" fmla="*/ 6868891 w 6868891"/>
              <a:gd name="connsiteY0-1130" fmla="*/ 197279 h 6879174"/>
              <a:gd name="connsiteX1-1131" fmla="*/ 6858000 w 6868891"/>
              <a:gd name="connsiteY1-1132" fmla="*/ 6879174 h 6879174"/>
              <a:gd name="connsiteX2-1133" fmla="*/ 0 w 6868891"/>
              <a:gd name="connsiteY2-1134" fmla="*/ 6879174 h 6879174"/>
              <a:gd name="connsiteX3-1135" fmla="*/ 0 w 6868891"/>
              <a:gd name="connsiteY3-1136" fmla="*/ 0 h 6879174"/>
              <a:gd name="connsiteX4-1137" fmla="*/ 6868891 w 6868891"/>
              <a:gd name="connsiteY4-1138" fmla="*/ 197279 h 68791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68891" h="6879174">
                <a:moveTo>
                  <a:pt x="6868891" y="197279"/>
                </a:moveTo>
                <a:cubicBezTo>
                  <a:pt x="6865263" y="1808265"/>
                  <a:pt x="6858000" y="6879174"/>
                  <a:pt x="6858000" y="6879174"/>
                </a:cubicBezTo>
                <a:lnTo>
                  <a:pt x="0" y="6879174"/>
                </a:lnTo>
                <a:lnTo>
                  <a:pt x="0" y="0"/>
                </a:lnTo>
                <a:cubicBezTo>
                  <a:pt x="2329546" y="1257529"/>
                  <a:pt x="4524837" y="1741029"/>
                  <a:pt x="6868891" y="1972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1877" tIns="60937" rIns="121877" bIns="60937" rtlCol="0" anchor="ctr">
            <a:noAutofit/>
          </a:bodyPr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7469854C-D69E-9807-BB2F-CB0AA3F6B573}"/>
              </a:ext>
            </a:extLst>
          </p:cNvPr>
          <p:cNvSpPr txBox="1"/>
          <p:nvPr/>
        </p:nvSpPr>
        <p:spPr>
          <a:xfrm>
            <a:off x="815975" y="461963"/>
            <a:ext cx="3008313" cy="663575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000" b="1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  <a:endParaRPr kumimoji="0" lang="en-GB" sz="2400" b="1" i="0" u="none" strike="noStrike" kern="120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0942FF4C-46BA-C333-40A4-CFEB8DE7B7B6}"/>
              </a:ext>
            </a:extLst>
          </p:cNvPr>
          <p:cNvCxnSpPr>
            <a:cxnSpLocks/>
          </p:cNvCxnSpPr>
          <p:nvPr/>
        </p:nvCxnSpPr>
        <p:spPr>
          <a:xfrm>
            <a:off x="876935" y="1256165"/>
            <a:ext cx="279836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椭圆 43">
            <a:extLst>
              <a:ext uri="{FF2B5EF4-FFF2-40B4-BE49-F238E27FC236}">
                <a16:creationId xmlns:a16="http://schemas.microsoft.com/office/drawing/2014/main" id="{9F6A55A7-88BF-C5CE-02DB-6E09486737F9}"/>
              </a:ext>
            </a:extLst>
          </p:cNvPr>
          <p:cNvSpPr/>
          <p:nvPr/>
        </p:nvSpPr>
        <p:spPr>
          <a:xfrm>
            <a:off x="815975" y="1874655"/>
            <a:ext cx="643774" cy="643774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FuturaBookC" charset="-52"/>
              </a:rPr>
              <a:t>1</a:t>
            </a:r>
            <a:endParaRPr lang="zh-CN" altLang="en-US" sz="1600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A77B1F82-D2B6-B41C-D735-250B9349C0D6}"/>
              </a:ext>
            </a:extLst>
          </p:cNvPr>
          <p:cNvSpPr/>
          <p:nvPr/>
        </p:nvSpPr>
        <p:spPr>
          <a:xfrm>
            <a:off x="815975" y="2932275"/>
            <a:ext cx="643774" cy="643774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FuturaBookC" charset="-52"/>
              </a:rPr>
              <a:t>2</a:t>
            </a:r>
            <a:endParaRPr lang="zh-CN" altLang="en-US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2FAE8DCD-482D-3253-5973-DD8952504F5A}"/>
              </a:ext>
            </a:extLst>
          </p:cNvPr>
          <p:cNvSpPr/>
          <p:nvPr/>
        </p:nvSpPr>
        <p:spPr>
          <a:xfrm>
            <a:off x="815975" y="3989895"/>
            <a:ext cx="643774" cy="643774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FuturaBookC" charset="-52"/>
              </a:rPr>
              <a:t>3</a:t>
            </a:r>
            <a:endParaRPr lang="zh-CN" altLang="en-US" sz="1600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E4D5C0ED-5C93-0714-5D0F-FE445615AFD6}"/>
              </a:ext>
            </a:extLst>
          </p:cNvPr>
          <p:cNvSpPr/>
          <p:nvPr/>
        </p:nvSpPr>
        <p:spPr>
          <a:xfrm>
            <a:off x="815975" y="5047515"/>
            <a:ext cx="643774" cy="643774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FuturaBookC" charset="-52"/>
              </a:rPr>
              <a:t>4</a:t>
            </a:r>
            <a:endParaRPr lang="zh-CN" altLang="en-US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EA5EB28-4A62-A99D-715F-9066D306C380}"/>
              </a:ext>
            </a:extLst>
          </p:cNvPr>
          <p:cNvSpPr txBox="1"/>
          <p:nvPr/>
        </p:nvSpPr>
        <p:spPr>
          <a:xfrm>
            <a:off x="1843251" y="1965709"/>
            <a:ext cx="3701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sz="2400">
                <a:latin typeface="FZZhengHeiS-DB-GB"/>
              </a:rPr>
              <a:t>研究背景与意义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0A46861-84C3-BE31-78B8-4E7B85AC4CEC}"/>
              </a:ext>
            </a:extLst>
          </p:cNvPr>
          <p:cNvSpPr txBox="1"/>
          <p:nvPr/>
        </p:nvSpPr>
        <p:spPr>
          <a:xfrm>
            <a:off x="1833813" y="3023329"/>
            <a:ext cx="3701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sz="2400">
                <a:latin typeface="FZZhengHeiS-DB-GB"/>
              </a:rPr>
              <a:t>国内外研究现状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B5767A2-4B76-9B00-5B5A-8CEC51A883A7}"/>
              </a:ext>
            </a:extLst>
          </p:cNvPr>
          <p:cNvSpPr txBox="1"/>
          <p:nvPr/>
        </p:nvSpPr>
        <p:spPr>
          <a:xfrm>
            <a:off x="1843251" y="4080949"/>
            <a:ext cx="3701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sz="2400">
                <a:latin typeface="FZZhengHeiS-DB-GB"/>
              </a:rPr>
              <a:t>研究内容与主要工作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0F86641-7568-945B-B3F2-AAAFBB58387D}"/>
              </a:ext>
            </a:extLst>
          </p:cNvPr>
          <p:cNvSpPr txBox="1"/>
          <p:nvPr/>
        </p:nvSpPr>
        <p:spPr>
          <a:xfrm>
            <a:off x="1843251" y="5141030"/>
            <a:ext cx="3701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sz="2400">
                <a:latin typeface="FZZhengHeiS-DB-GB"/>
              </a:rPr>
              <a:t>总结与展望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透明色背景-校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732" y="-1"/>
            <a:ext cx="3689268" cy="933177"/>
          </a:xfrm>
          <a:prstGeom prst="rect">
            <a:avLst/>
          </a:prstGeo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21C1424D-BD92-1BF7-ECE0-DBECE3437D73}"/>
              </a:ext>
            </a:extLst>
          </p:cNvPr>
          <p:cNvSpPr/>
          <p:nvPr/>
        </p:nvSpPr>
        <p:spPr>
          <a:xfrm>
            <a:off x="1887301" y="2420811"/>
            <a:ext cx="1592179" cy="1592179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chemeClr val="bg1"/>
                </a:solidFill>
                <a:latin typeface="FuturaBookC" pitchFamily="2" charset="-52"/>
              </a:rPr>
              <a:t>1</a:t>
            </a:r>
            <a:endParaRPr lang="zh-CN" altLang="en-US" sz="13800" b="1" dirty="0">
              <a:solidFill>
                <a:schemeClr val="bg1"/>
              </a:solidFill>
              <a:latin typeface="FuturaBookC" pitchFamily="2" charset="-5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5D6B094-1685-D21C-7982-D65CF6E76CD9}"/>
              </a:ext>
            </a:extLst>
          </p:cNvPr>
          <p:cNvSpPr txBox="1"/>
          <p:nvPr/>
        </p:nvSpPr>
        <p:spPr>
          <a:xfrm>
            <a:off x="4085099" y="2835461"/>
            <a:ext cx="52607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dirty="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研究意义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7277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透明色背景-校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732" y="-1"/>
            <a:ext cx="3689268" cy="933177"/>
          </a:xfrm>
          <a:prstGeom prst="rect">
            <a:avLst/>
          </a:prstGeom>
        </p:spPr>
      </p:pic>
      <p:sp>
        <p:nvSpPr>
          <p:cNvPr id="9" name="矩形 28">
            <a:extLst>
              <a:ext uri="{FF2B5EF4-FFF2-40B4-BE49-F238E27FC236}">
                <a16:creationId xmlns:a16="http://schemas.microsoft.com/office/drawing/2014/main" id="{BBA15541-BBC2-E883-F43D-64DACAAC29D9}"/>
              </a:ext>
            </a:extLst>
          </p:cNvPr>
          <p:cNvSpPr/>
          <p:nvPr/>
        </p:nvSpPr>
        <p:spPr bwMode="auto">
          <a:xfrm flipV="1">
            <a:off x="0" y="269602"/>
            <a:ext cx="1318161" cy="663574"/>
          </a:xfrm>
          <a:custGeom>
            <a:avLst/>
            <a:gdLst/>
            <a:ahLst/>
            <a:cxnLst/>
            <a:rect l="l" t="t" r="r" b="b"/>
            <a:pathLst>
              <a:path w="4310745" h="1283968">
                <a:moveTo>
                  <a:pt x="1089668" y="0"/>
                </a:moveTo>
                <a:lnTo>
                  <a:pt x="3526973" y="0"/>
                </a:lnTo>
                <a:lnTo>
                  <a:pt x="4310745" y="1269454"/>
                </a:lnTo>
                <a:lnTo>
                  <a:pt x="1089668" y="1283968"/>
                </a:lnTo>
                <a:close/>
                <a:moveTo>
                  <a:pt x="0" y="0"/>
                </a:moveTo>
                <a:lnTo>
                  <a:pt x="1089667" y="0"/>
                </a:lnTo>
                <a:lnTo>
                  <a:pt x="1089667" y="1283968"/>
                </a:lnTo>
                <a:lnTo>
                  <a:pt x="0" y="1283968"/>
                </a:lnTo>
                <a:close/>
              </a:path>
            </a:pathLst>
          </a:custGeom>
          <a:solidFill>
            <a:srgbClr val="1C48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728" tIns="54864" rIns="109728" bIns="54864" numCol="1" rtlCol="0" anchor="t" anchorCtr="0" compatLnSpc="1"/>
          <a:lstStyle/>
          <a:p>
            <a:pPr defTabSz="1097280" fontAlgn="base">
              <a:spcBef>
                <a:spcPct val="0"/>
              </a:spcBef>
              <a:spcAft>
                <a:spcPct val="0"/>
              </a:spcAft>
            </a:pPr>
            <a:endParaRPr lang="zh-CN" altLang="en-US" sz="21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469533B-4C0D-4055-0894-1F6FDE34F6A6}"/>
              </a:ext>
            </a:extLst>
          </p:cNvPr>
          <p:cNvSpPr txBox="1"/>
          <p:nvPr/>
        </p:nvSpPr>
        <p:spPr>
          <a:xfrm>
            <a:off x="1304550" y="251460"/>
            <a:ext cx="4555356" cy="663575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研究意义</a:t>
            </a:r>
            <a:endParaRPr kumimoji="0" lang="en-GB" sz="1865" b="1" i="0" u="none" strike="noStrike" kern="120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1E5AE5D-C146-092F-A856-F079EDD2CCDE}"/>
              </a:ext>
            </a:extLst>
          </p:cNvPr>
          <p:cNvSpPr txBox="1"/>
          <p:nvPr/>
        </p:nvSpPr>
        <p:spPr>
          <a:xfrm>
            <a:off x="1201932" y="1387999"/>
            <a:ext cx="1011198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sz="1400">
                <a:latin typeface="Times New Roman"/>
              </a:rPr>
              <a:t>[在此填入论文相关内容]</a:t>
            </a:r>
            <a:endParaRPr lang="en-US" altLang="zh-CN" sz="2400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15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透明色背景-校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732" y="-1"/>
            <a:ext cx="3689268" cy="933177"/>
          </a:xfrm>
          <a:prstGeom prst="rect">
            <a:avLst/>
          </a:prstGeo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21C1424D-BD92-1BF7-ECE0-DBECE3437D73}"/>
              </a:ext>
            </a:extLst>
          </p:cNvPr>
          <p:cNvSpPr/>
          <p:nvPr/>
        </p:nvSpPr>
        <p:spPr>
          <a:xfrm>
            <a:off x="1887301" y="2420811"/>
            <a:ext cx="1592179" cy="1592179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chemeClr val="bg1"/>
                </a:solidFill>
                <a:latin typeface="FuturaBookC" pitchFamily="2" charset="-52"/>
              </a:rPr>
              <a:t>2</a:t>
            </a:r>
            <a:endParaRPr lang="zh-CN" altLang="en-US" sz="13800" b="1" dirty="0">
              <a:solidFill>
                <a:schemeClr val="bg1"/>
              </a:solidFill>
              <a:latin typeface="FuturaBookC" pitchFamily="2" charset="-5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5D6B094-1685-D21C-7982-D65CF6E76CD9}"/>
              </a:ext>
            </a:extLst>
          </p:cNvPr>
          <p:cNvSpPr txBox="1"/>
          <p:nvPr/>
        </p:nvSpPr>
        <p:spPr>
          <a:xfrm>
            <a:off x="4085099" y="2835461"/>
            <a:ext cx="52607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dirty="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研究现状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2757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透明色背景-校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732" y="-1"/>
            <a:ext cx="3689268" cy="933177"/>
          </a:xfrm>
          <a:prstGeom prst="rect">
            <a:avLst/>
          </a:prstGeom>
        </p:spPr>
      </p:pic>
      <p:sp>
        <p:nvSpPr>
          <p:cNvPr id="9" name="矩形 28">
            <a:extLst>
              <a:ext uri="{FF2B5EF4-FFF2-40B4-BE49-F238E27FC236}">
                <a16:creationId xmlns:a16="http://schemas.microsoft.com/office/drawing/2014/main" id="{BBA15541-BBC2-E883-F43D-64DACAAC29D9}"/>
              </a:ext>
            </a:extLst>
          </p:cNvPr>
          <p:cNvSpPr/>
          <p:nvPr/>
        </p:nvSpPr>
        <p:spPr bwMode="auto">
          <a:xfrm flipV="1">
            <a:off x="0" y="269602"/>
            <a:ext cx="1318161" cy="663574"/>
          </a:xfrm>
          <a:custGeom>
            <a:avLst/>
            <a:gdLst/>
            <a:ahLst/>
            <a:cxnLst/>
            <a:rect l="l" t="t" r="r" b="b"/>
            <a:pathLst>
              <a:path w="4310745" h="1283968">
                <a:moveTo>
                  <a:pt x="1089668" y="0"/>
                </a:moveTo>
                <a:lnTo>
                  <a:pt x="3526973" y="0"/>
                </a:lnTo>
                <a:lnTo>
                  <a:pt x="4310745" y="1269454"/>
                </a:lnTo>
                <a:lnTo>
                  <a:pt x="1089668" y="1283968"/>
                </a:lnTo>
                <a:close/>
                <a:moveTo>
                  <a:pt x="0" y="0"/>
                </a:moveTo>
                <a:lnTo>
                  <a:pt x="1089667" y="0"/>
                </a:lnTo>
                <a:lnTo>
                  <a:pt x="1089667" y="1283968"/>
                </a:lnTo>
                <a:lnTo>
                  <a:pt x="0" y="1283968"/>
                </a:lnTo>
                <a:close/>
              </a:path>
            </a:pathLst>
          </a:custGeom>
          <a:solidFill>
            <a:srgbClr val="1C48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728" tIns="54864" rIns="109728" bIns="54864" numCol="1" rtlCol="0" anchor="t" anchorCtr="0" compatLnSpc="1"/>
          <a:lstStyle/>
          <a:p>
            <a:pPr defTabSz="1097280" fontAlgn="base">
              <a:spcBef>
                <a:spcPct val="0"/>
              </a:spcBef>
              <a:spcAft>
                <a:spcPct val="0"/>
              </a:spcAft>
            </a:pPr>
            <a:endParaRPr lang="zh-CN" altLang="en-US" sz="21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469533B-4C0D-4055-0894-1F6FDE34F6A6}"/>
              </a:ext>
            </a:extLst>
          </p:cNvPr>
          <p:cNvSpPr txBox="1"/>
          <p:nvPr/>
        </p:nvSpPr>
        <p:spPr>
          <a:xfrm>
            <a:off x="1304550" y="251460"/>
            <a:ext cx="4555356" cy="663575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研究现状</a:t>
            </a:r>
            <a:endParaRPr kumimoji="0" lang="en-GB" sz="1865" b="1" i="0" u="none" strike="noStrike" kern="120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1E5AE5D-C146-092F-A856-F079EDD2CCDE}"/>
              </a:ext>
            </a:extLst>
          </p:cNvPr>
          <p:cNvSpPr txBox="1"/>
          <p:nvPr/>
        </p:nvSpPr>
        <p:spPr>
          <a:xfrm>
            <a:off x="1044173" y="1429828"/>
            <a:ext cx="10306853" cy="5008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  <a:spcAft>
                <a:spcPts val="1800"/>
              </a:spcAft>
            </a:pPr>
            <a:r>
              <a:rPr sz="1400">
                <a:latin typeface="Times New Roman"/>
              </a:rPr>
              <a:t>[在此填入论文相关内容]</a:t>
            </a:r>
            <a:endParaRPr lang="en-US" altLang="zh-CN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919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透明色背景-校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732" y="-1"/>
            <a:ext cx="3689268" cy="933177"/>
          </a:xfrm>
          <a:prstGeom prst="rect">
            <a:avLst/>
          </a:prstGeo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21C1424D-BD92-1BF7-ECE0-DBECE3437D73}"/>
              </a:ext>
            </a:extLst>
          </p:cNvPr>
          <p:cNvSpPr/>
          <p:nvPr/>
        </p:nvSpPr>
        <p:spPr>
          <a:xfrm>
            <a:off x="1887301" y="2420811"/>
            <a:ext cx="1592179" cy="1592179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chemeClr val="bg1"/>
                </a:solidFill>
                <a:latin typeface="FuturaBookC" pitchFamily="2" charset="-52"/>
              </a:rPr>
              <a:t>3</a:t>
            </a:r>
            <a:endParaRPr lang="zh-CN" altLang="en-US" sz="13800" b="1" dirty="0">
              <a:solidFill>
                <a:schemeClr val="bg1"/>
              </a:solidFill>
              <a:latin typeface="FuturaBookC" pitchFamily="2" charset="-5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5D6B094-1685-D21C-7982-D65CF6E76CD9}"/>
              </a:ext>
            </a:extLst>
          </p:cNvPr>
          <p:cNvSpPr txBox="1"/>
          <p:nvPr/>
        </p:nvSpPr>
        <p:spPr>
          <a:xfrm>
            <a:off x="4085099" y="2835461"/>
            <a:ext cx="52607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dirty="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研究内容与主要工作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3379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透明色背景-校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732" y="-1"/>
            <a:ext cx="3689268" cy="933177"/>
          </a:xfrm>
          <a:prstGeom prst="rect">
            <a:avLst/>
          </a:prstGeom>
        </p:spPr>
      </p:pic>
      <p:sp>
        <p:nvSpPr>
          <p:cNvPr id="3" name="矩形 28">
            <a:extLst>
              <a:ext uri="{FF2B5EF4-FFF2-40B4-BE49-F238E27FC236}">
                <a16:creationId xmlns:a16="http://schemas.microsoft.com/office/drawing/2014/main" id="{762C1181-A440-24B1-FF25-9DD9363976B0}"/>
              </a:ext>
            </a:extLst>
          </p:cNvPr>
          <p:cNvSpPr/>
          <p:nvPr/>
        </p:nvSpPr>
        <p:spPr bwMode="auto">
          <a:xfrm flipV="1">
            <a:off x="0" y="269602"/>
            <a:ext cx="1318161" cy="663574"/>
          </a:xfrm>
          <a:custGeom>
            <a:avLst/>
            <a:gdLst/>
            <a:ahLst/>
            <a:cxnLst/>
            <a:rect l="l" t="t" r="r" b="b"/>
            <a:pathLst>
              <a:path w="4310745" h="1283968">
                <a:moveTo>
                  <a:pt x="1089668" y="0"/>
                </a:moveTo>
                <a:lnTo>
                  <a:pt x="3526973" y="0"/>
                </a:lnTo>
                <a:lnTo>
                  <a:pt x="4310745" y="1269454"/>
                </a:lnTo>
                <a:lnTo>
                  <a:pt x="1089668" y="1283968"/>
                </a:lnTo>
                <a:close/>
                <a:moveTo>
                  <a:pt x="0" y="0"/>
                </a:moveTo>
                <a:lnTo>
                  <a:pt x="1089667" y="0"/>
                </a:lnTo>
                <a:lnTo>
                  <a:pt x="1089667" y="1283968"/>
                </a:lnTo>
                <a:lnTo>
                  <a:pt x="0" y="1283968"/>
                </a:lnTo>
                <a:close/>
              </a:path>
            </a:pathLst>
          </a:custGeom>
          <a:solidFill>
            <a:srgbClr val="1C48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728" tIns="54864" rIns="109728" bIns="54864" numCol="1" rtlCol="0" anchor="t" anchorCtr="0" compatLnSpc="1"/>
          <a:lstStyle/>
          <a:p>
            <a:pPr defTabSz="1097280" fontAlgn="base">
              <a:spcBef>
                <a:spcPct val="0"/>
              </a:spcBef>
              <a:spcAft>
                <a:spcPct val="0"/>
              </a:spcAft>
            </a:pPr>
            <a:endParaRPr lang="zh-CN" altLang="en-US" sz="21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9D93EB5-8D6C-5DDD-0C80-6E95A2282A24}"/>
              </a:ext>
            </a:extLst>
          </p:cNvPr>
          <p:cNvSpPr txBox="1"/>
          <p:nvPr/>
        </p:nvSpPr>
        <p:spPr>
          <a:xfrm>
            <a:off x="1304550" y="251460"/>
            <a:ext cx="4555356" cy="663575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研究内容与主要工作</a:t>
            </a:r>
            <a:endParaRPr kumimoji="0" lang="en-GB" sz="1865" b="1" i="0" u="none" strike="noStrike" kern="120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L 形 7">
            <a:extLst>
              <a:ext uri="{FF2B5EF4-FFF2-40B4-BE49-F238E27FC236}">
                <a16:creationId xmlns:a16="http://schemas.microsoft.com/office/drawing/2014/main" id="{C3B2BD93-BA8E-F22B-FEC7-24D8D9CEF9B6}"/>
              </a:ext>
            </a:extLst>
          </p:cNvPr>
          <p:cNvSpPr/>
          <p:nvPr/>
        </p:nvSpPr>
        <p:spPr>
          <a:xfrm rot="10800000">
            <a:off x="127424" y="1494363"/>
            <a:ext cx="1983598" cy="4400553"/>
          </a:xfrm>
          <a:prstGeom prst="corner">
            <a:avLst>
              <a:gd name="adj1" fmla="val 13399"/>
              <a:gd name="adj2" fmla="val 12450"/>
            </a:avLst>
          </a:prstGeom>
          <a:solidFill>
            <a:srgbClr val="C3CAD4"/>
          </a:solidFill>
          <a:ln>
            <a:solidFill>
              <a:srgbClr val="C3CA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9092E0-E296-C5C8-62FB-CEE2194AF236}"/>
              </a:ext>
            </a:extLst>
          </p:cNvPr>
          <p:cNvSpPr txBox="1"/>
          <p:nvPr/>
        </p:nvSpPr>
        <p:spPr>
          <a:xfrm>
            <a:off x="385582" y="1739909"/>
            <a:ext cx="131214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1">
                <a:latin typeface="宋体"/>
              </a:rPr>
              <a:t>[模型描述与创新点]</a:t>
            </a:r>
            <a:endParaRPr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625C07-87E8-3047-BA43-F30DC92E4C8C}"/>
              </a:ext>
            </a:extLst>
          </p:cNvPr>
          <p:cNvSpPr txBox="1"/>
          <p:nvPr/>
        </p:nvSpPr>
        <p:spPr>
          <a:xfrm>
            <a:off x="2551814" y="1172496"/>
            <a:ext cx="883565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>
                <a:latin typeface="Times New Roman"/>
              </a:rPr>
              <a:t>[模型描述与创新点]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7033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透明色背景-校徽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2732" y="-1"/>
            <a:ext cx="3689268" cy="933177"/>
          </a:xfrm>
          <a:prstGeom prst="rect">
            <a:avLst/>
          </a:prstGeom>
        </p:spPr>
      </p:pic>
      <p:sp>
        <p:nvSpPr>
          <p:cNvPr id="3" name="矩形 28">
            <a:extLst>
              <a:ext uri="{FF2B5EF4-FFF2-40B4-BE49-F238E27FC236}">
                <a16:creationId xmlns:a16="http://schemas.microsoft.com/office/drawing/2014/main" id="{762C1181-A440-24B1-FF25-9DD9363976B0}"/>
              </a:ext>
            </a:extLst>
          </p:cNvPr>
          <p:cNvSpPr/>
          <p:nvPr/>
        </p:nvSpPr>
        <p:spPr bwMode="auto">
          <a:xfrm flipV="1">
            <a:off x="0" y="269602"/>
            <a:ext cx="1318161" cy="663574"/>
          </a:xfrm>
          <a:custGeom>
            <a:avLst/>
            <a:gdLst/>
            <a:ahLst/>
            <a:cxnLst/>
            <a:rect l="l" t="t" r="r" b="b"/>
            <a:pathLst>
              <a:path w="4310745" h="1283968">
                <a:moveTo>
                  <a:pt x="1089668" y="0"/>
                </a:moveTo>
                <a:lnTo>
                  <a:pt x="3526973" y="0"/>
                </a:lnTo>
                <a:lnTo>
                  <a:pt x="4310745" y="1269454"/>
                </a:lnTo>
                <a:lnTo>
                  <a:pt x="1089668" y="1283968"/>
                </a:lnTo>
                <a:close/>
                <a:moveTo>
                  <a:pt x="0" y="0"/>
                </a:moveTo>
                <a:lnTo>
                  <a:pt x="1089667" y="0"/>
                </a:lnTo>
                <a:lnTo>
                  <a:pt x="1089667" y="1283968"/>
                </a:lnTo>
                <a:lnTo>
                  <a:pt x="0" y="1283968"/>
                </a:lnTo>
                <a:close/>
              </a:path>
            </a:pathLst>
          </a:custGeom>
          <a:solidFill>
            <a:srgbClr val="1C48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728" tIns="54864" rIns="109728" bIns="54864" numCol="1" rtlCol="0" anchor="t" anchorCtr="0" compatLnSpc="1"/>
          <a:lstStyle/>
          <a:p>
            <a:pPr defTabSz="1097280" fontAlgn="base">
              <a:spcBef>
                <a:spcPct val="0"/>
              </a:spcBef>
              <a:spcAft>
                <a:spcPct val="0"/>
              </a:spcAft>
            </a:pPr>
            <a:endParaRPr lang="zh-CN" altLang="en-US" sz="21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9D93EB5-8D6C-5DDD-0C80-6E95A2282A24}"/>
              </a:ext>
            </a:extLst>
          </p:cNvPr>
          <p:cNvSpPr txBox="1"/>
          <p:nvPr/>
        </p:nvSpPr>
        <p:spPr>
          <a:xfrm>
            <a:off x="1304550" y="251460"/>
            <a:ext cx="4555356" cy="663575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研究内容与主要工作</a:t>
            </a:r>
            <a:endParaRPr kumimoji="0" lang="en-GB" sz="1865" b="1" i="0" u="none" strike="noStrike" kern="120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C3B2BD93-BA8E-F22B-FEC7-24D8D9CEF9B6}"/>
              </a:ext>
            </a:extLst>
          </p:cNvPr>
          <p:cNvSpPr/>
          <p:nvPr/>
        </p:nvSpPr>
        <p:spPr>
          <a:xfrm>
            <a:off x="659079" y="2203718"/>
            <a:ext cx="2239973" cy="2450563"/>
          </a:xfrm>
          <a:prstGeom prst="rightArrow">
            <a:avLst/>
          </a:prstGeom>
          <a:solidFill>
            <a:srgbClr val="C3CAD4"/>
          </a:solidFill>
          <a:ln>
            <a:solidFill>
              <a:srgbClr val="C3CA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9092E0-E296-C5C8-62FB-CEE2194AF236}"/>
              </a:ext>
            </a:extLst>
          </p:cNvPr>
          <p:cNvSpPr txBox="1"/>
          <p:nvPr/>
        </p:nvSpPr>
        <p:spPr>
          <a:xfrm>
            <a:off x="659079" y="2959639"/>
            <a:ext cx="2239973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BB4722CB-2B11-FEAC-6519-A5AC7250C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5190" y="220371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200400" y="22860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AAAAAA"/>
                </a:solidFill>
              </a:rPr>
              <a:t>[模型架构图]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902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透明色背景-校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732" y="-1"/>
            <a:ext cx="3689268" cy="933177"/>
          </a:xfrm>
          <a:prstGeom prst="rect">
            <a:avLst/>
          </a:prstGeom>
        </p:spPr>
      </p:pic>
      <p:sp>
        <p:nvSpPr>
          <p:cNvPr id="3" name="矩形 28">
            <a:extLst>
              <a:ext uri="{FF2B5EF4-FFF2-40B4-BE49-F238E27FC236}">
                <a16:creationId xmlns:a16="http://schemas.microsoft.com/office/drawing/2014/main" id="{762C1181-A440-24B1-FF25-9DD9363976B0}"/>
              </a:ext>
            </a:extLst>
          </p:cNvPr>
          <p:cNvSpPr/>
          <p:nvPr/>
        </p:nvSpPr>
        <p:spPr bwMode="auto">
          <a:xfrm flipV="1">
            <a:off x="0" y="269602"/>
            <a:ext cx="1318161" cy="663574"/>
          </a:xfrm>
          <a:custGeom>
            <a:avLst/>
            <a:gdLst/>
            <a:ahLst/>
            <a:cxnLst/>
            <a:rect l="l" t="t" r="r" b="b"/>
            <a:pathLst>
              <a:path w="4310745" h="1283968">
                <a:moveTo>
                  <a:pt x="1089668" y="0"/>
                </a:moveTo>
                <a:lnTo>
                  <a:pt x="3526973" y="0"/>
                </a:lnTo>
                <a:lnTo>
                  <a:pt x="4310745" y="1269454"/>
                </a:lnTo>
                <a:lnTo>
                  <a:pt x="1089668" y="1283968"/>
                </a:lnTo>
                <a:close/>
                <a:moveTo>
                  <a:pt x="0" y="0"/>
                </a:moveTo>
                <a:lnTo>
                  <a:pt x="1089667" y="0"/>
                </a:lnTo>
                <a:lnTo>
                  <a:pt x="1089667" y="1283968"/>
                </a:lnTo>
                <a:lnTo>
                  <a:pt x="0" y="1283968"/>
                </a:lnTo>
                <a:close/>
              </a:path>
            </a:pathLst>
          </a:custGeom>
          <a:solidFill>
            <a:srgbClr val="1C48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728" tIns="54864" rIns="109728" bIns="54864" numCol="1" rtlCol="0" anchor="t" anchorCtr="0" compatLnSpc="1"/>
          <a:lstStyle/>
          <a:p>
            <a:pPr defTabSz="1097280" fontAlgn="base">
              <a:spcBef>
                <a:spcPct val="0"/>
              </a:spcBef>
              <a:spcAft>
                <a:spcPct val="0"/>
              </a:spcAft>
            </a:pPr>
            <a:endParaRPr lang="zh-CN" altLang="en-US" sz="21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9D93EB5-8D6C-5DDD-0C80-6E95A2282A24}"/>
              </a:ext>
            </a:extLst>
          </p:cNvPr>
          <p:cNvSpPr txBox="1"/>
          <p:nvPr/>
        </p:nvSpPr>
        <p:spPr>
          <a:xfrm>
            <a:off x="1304550" y="251460"/>
            <a:ext cx="4555356" cy="663575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研究内容与主要工作</a:t>
            </a:r>
            <a:endParaRPr kumimoji="0" lang="en-GB" sz="1865" b="1" i="0" u="none" strike="noStrike" kern="120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353E08-881A-3FE9-D123-0FDA2F5B4433}"/>
              </a:ext>
            </a:extLst>
          </p:cNvPr>
          <p:cNvSpPr txBox="1"/>
          <p:nvPr/>
        </p:nvSpPr>
        <p:spPr>
          <a:xfrm>
            <a:off x="8864150" y="1153911"/>
            <a:ext cx="347552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Times New Roman"/>
              </a:rPr>
              <a:t>[实验结果表格或分析]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AAAAAA"/>
                </a:solidFill>
              </a:rPr>
              <a:t>[实验结果数据]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951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透明色背景-校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732" y="-1"/>
            <a:ext cx="3689268" cy="933177"/>
          </a:xfrm>
          <a:prstGeom prst="rect">
            <a:avLst/>
          </a:prstGeom>
        </p:spPr>
      </p:pic>
      <p:sp>
        <p:nvSpPr>
          <p:cNvPr id="3" name="矩形 28">
            <a:extLst>
              <a:ext uri="{FF2B5EF4-FFF2-40B4-BE49-F238E27FC236}">
                <a16:creationId xmlns:a16="http://schemas.microsoft.com/office/drawing/2014/main" id="{762C1181-A440-24B1-FF25-9DD9363976B0}"/>
              </a:ext>
            </a:extLst>
          </p:cNvPr>
          <p:cNvSpPr/>
          <p:nvPr/>
        </p:nvSpPr>
        <p:spPr bwMode="auto">
          <a:xfrm flipV="1">
            <a:off x="0" y="269602"/>
            <a:ext cx="1318161" cy="663574"/>
          </a:xfrm>
          <a:custGeom>
            <a:avLst/>
            <a:gdLst/>
            <a:ahLst/>
            <a:cxnLst/>
            <a:rect l="l" t="t" r="r" b="b"/>
            <a:pathLst>
              <a:path w="4310745" h="1283968">
                <a:moveTo>
                  <a:pt x="1089668" y="0"/>
                </a:moveTo>
                <a:lnTo>
                  <a:pt x="3526973" y="0"/>
                </a:lnTo>
                <a:lnTo>
                  <a:pt x="4310745" y="1269454"/>
                </a:lnTo>
                <a:lnTo>
                  <a:pt x="1089668" y="1283968"/>
                </a:lnTo>
                <a:close/>
                <a:moveTo>
                  <a:pt x="0" y="0"/>
                </a:moveTo>
                <a:lnTo>
                  <a:pt x="1089667" y="0"/>
                </a:lnTo>
                <a:lnTo>
                  <a:pt x="1089667" y="1283968"/>
                </a:lnTo>
                <a:lnTo>
                  <a:pt x="0" y="1283968"/>
                </a:lnTo>
                <a:close/>
              </a:path>
            </a:pathLst>
          </a:custGeom>
          <a:solidFill>
            <a:srgbClr val="1C48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728" tIns="54864" rIns="109728" bIns="54864" numCol="1" rtlCol="0" anchor="t" anchorCtr="0" compatLnSpc="1"/>
          <a:lstStyle/>
          <a:p>
            <a:pPr defTabSz="1097280" fontAlgn="base">
              <a:spcBef>
                <a:spcPct val="0"/>
              </a:spcBef>
              <a:spcAft>
                <a:spcPct val="0"/>
              </a:spcAft>
            </a:pPr>
            <a:endParaRPr lang="zh-CN" altLang="en-US" sz="21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9D93EB5-8D6C-5DDD-0C80-6E95A2282A24}"/>
              </a:ext>
            </a:extLst>
          </p:cNvPr>
          <p:cNvSpPr txBox="1"/>
          <p:nvPr/>
        </p:nvSpPr>
        <p:spPr>
          <a:xfrm>
            <a:off x="1304550" y="251460"/>
            <a:ext cx="4555356" cy="663575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研究内容与主要工作</a:t>
            </a:r>
            <a:endParaRPr kumimoji="0" lang="en-GB" sz="1865" b="1" i="0" u="none" strike="noStrike" kern="120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6AA892-7ED4-CA30-E6DD-70F9A280C5E1}"/>
              </a:ext>
            </a:extLst>
          </p:cNvPr>
          <p:cNvSpPr txBox="1"/>
          <p:nvPr/>
        </p:nvSpPr>
        <p:spPr>
          <a:xfrm>
            <a:off x="5920982" y="958311"/>
            <a:ext cx="5466488" cy="5600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04800" algn="just">
              <a:lnSpc>
                <a:spcPct val="120000"/>
              </a:lnSpc>
            </a:pPr>
            <a:r>
              <a:rPr sz="1400">
                <a:solidFill>
                  <a:srgbClr val="000000"/>
                </a:solidFill>
                <a:latin typeface="Times New Roman"/>
              </a:rPr>
              <a:t>[实验结果表格或分析]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F5DFA7-515F-60A3-4426-5D1819B33B61}"/>
              </a:ext>
            </a:extLst>
          </p:cNvPr>
          <p:cNvSpPr txBox="1"/>
          <p:nvPr/>
        </p:nvSpPr>
        <p:spPr>
          <a:xfrm>
            <a:off x="257839" y="3627918"/>
            <a:ext cx="4898952" cy="3052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20000"/>
              </a:lnSpc>
            </a:pPr>
            <a:r>
              <a:rPr sz="1400">
                <a:latin typeface="Times New Roman"/>
              </a:rPr>
              <a:t>[实验结果表格或分析]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AAAAAA"/>
                </a:solidFill>
              </a:rPr>
              <a:t>[实验结果数据]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208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透明色背景-校徽">
            <a:extLst>
              <a:ext uri="{FF2B5EF4-FFF2-40B4-BE49-F238E27FC236}">
                <a16:creationId xmlns:a16="http://schemas.microsoft.com/office/drawing/2014/main" id="{B1D00550-F0EF-BB38-1BB9-44B9D8B04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732" y="-1"/>
            <a:ext cx="3689268" cy="933177"/>
          </a:xfrm>
          <a:prstGeom prst="rect">
            <a:avLst/>
          </a:prstGeom>
        </p:spPr>
      </p:pic>
      <p:sp>
        <p:nvSpPr>
          <p:cNvPr id="5" name="矩形 28">
            <a:extLst>
              <a:ext uri="{FF2B5EF4-FFF2-40B4-BE49-F238E27FC236}">
                <a16:creationId xmlns:a16="http://schemas.microsoft.com/office/drawing/2014/main" id="{4069A082-99AF-7543-D108-59E940D116D4}"/>
              </a:ext>
            </a:extLst>
          </p:cNvPr>
          <p:cNvSpPr/>
          <p:nvPr/>
        </p:nvSpPr>
        <p:spPr bwMode="auto">
          <a:xfrm flipV="1">
            <a:off x="0" y="269602"/>
            <a:ext cx="1318161" cy="663574"/>
          </a:xfrm>
          <a:custGeom>
            <a:avLst/>
            <a:gdLst/>
            <a:ahLst/>
            <a:cxnLst/>
            <a:rect l="l" t="t" r="r" b="b"/>
            <a:pathLst>
              <a:path w="4310745" h="1283968">
                <a:moveTo>
                  <a:pt x="1089668" y="0"/>
                </a:moveTo>
                <a:lnTo>
                  <a:pt x="3526973" y="0"/>
                </a:lnTo>
                <a:lnTo>
                  <a:pt x="4310745" y="1269454"/>
                </a:lnTo>
                <a:lnTo>
                  <a:pt x="1089668" y="1283968"/>
                </a:lnTo>
                <a:close/>
                <a:moveTo>
                  <a:pt x="0" y="0"/>
                </a:moveTo>
                <a:lnTo>
                  <a:pt x="1089667" y="0"/>
                </a:lnTo>
                <a:lnTo>
                  <a:pt x="1089667" y="1283968"/>
                </a:lnTo>
                <a:lnTo>
                  <a:pt x="0" y="1283968"/>
                </a:lnTo>
                <a:close/>
              </a:path>
            </a:pathLst>
          </a:custGeom>
          <a:solidFill>
            <a:srgbClr val="1C48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728" tIns="54864" rIns="109728" bIns="54864" numCol="1" rtlCol="0" anchor="t" anchorCtr="0" compatLnSpc="1"/>
          <a:lstStyle/>
          <a:p>
            <a:pPr defTabSz="1097280" fontAlgn="base">
              <a:spcBef>
                <a:spcPct val="0"/>
              </a:spcBef>
              <a:spcAft>
                <a:spcPct val="0"/>
              </a:spcAft>
            </a:pPr>
            <a:endParaRPr lang="zh-CN" altLang="en-US" sz="21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136474A-36F0-65D1-4E59-C4C4BA7FB910}"/>
              </a:ext>
            </a:extLst>
          </p:cNvPr>
          <p:cNvSpPr txBox="1"/>
          <p:nvPr/>
        </p:nvSpPr>
        <p:spPr>
          <a:xfrm>
            <a:off x="1304550" y="251460"/>
            <a:ext cx="4555356" cy="663575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研究内容与主要工作</a:t>
            </a:r>
            <a:endParaRPr kumimoji="0" lang="en-GB" sz="1865" b="1" i="0" u="none" strike="noStrike" kern="120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01B613-19D0-1394-16DD-D1AE25715D31}"/>
              </a:ext>
            </a:extLst>
          </p:cNvPr>
          <p:cNvSpPr txBox="1"/>
          <p:nvPr/>
        </p:nvSpPr>
        <p:spPr>
          <a:xfrm>
            <a:off x="-375919" y="1801357"/>
            <a:ext cx="6096000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ctr">
              <a:lnSpc>
                <a:spcPts val="2000"/>
              </a:lnSpc>
            </a:pPr>
            <a:r>
              <a:rPr sz="1400">
                <a:solidFill>
                  <a:srgbClr val="000000"/>
                </a:solidFill>
                <a:latin typeface="Times New Roman"/>
              </a:rPr>
              <a:t>[实验结果表格或分析]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A4E823C-4898-0F0F-5972-427C8A56E24D}"/>
              </a:ext>
            </a:extLst>
          </p:cNvPr>
          <p:cNvSpPr txBox="1"/>
          <p:nvPr/>
        </p:nvSpPr>
        <p:spPr>
          <a:xfrm>
            <a:off x="5720081" y="1801357"/>
            <a:ext cx="6283960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ctr">
              <a:lnSpc>
                <a:spcPts val="2000"/>
              </a:lnSpc>
            </a:pPr>
            <a:r>
              <a:rPr sz="1400">
                <a:latin typeface="Times New Roman"/>
              </a:rPr>
              <a:t>[实验结果表格或分析]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D2C0174-2B0F-E912-A445-19C4A3C1F619}"/>
              </a:ext>
            </a:extLst>
          </p:cNvPr>
          <p:cNvSpPr txBox="1"/>
          <p:nvPr/>
        </p:nvSpPr>
        <p:spPr>
          <a:xfrm>
            <a:off x="820525" y="951317"/>
            <a:ext cx="2571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>
                <a:latin typeface="+mn-ea"/>
              </a:rPr>
              <a:t>[实验结果表格或分析]</a:t>
            </a:r>
            <a:endParaRPr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576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AAAAAA"/>
                </a:solidFill>
              </a:rPr>
              <a:t>[实验结果数据]</a:t>
            </a:r>
          </a:p>
        </p:txBody>
      </p:sp>
    </p:spTree>
    <p:extLst>
      <p:ext uri="{BB962C8B-B14F-4D97-AF65-F5344CB8AC3E}">
        <p14:creationId xmlns:p14="http://schemas.microsoft.com/office/powerpoint/2010/main" val="690972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透明色背景-校徽">
            <a:extLst>
              <a:ext uri="{FF2B5EF4-FFF2-40B4-BE49-F238E27FC236}">
                <a16:creationId xmlns:a16="http://schemas.microsoft.com/office/drawing/2014/main" id="{8203903D-36EB-3394-645C-BB4D17023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2732" y="-1"/>
            <a:ext cx="3689268" cy="933177"/>
          </a:xfrm>
          <a:prstGeom prst="rect">
            <a:avLst/>
          </a:prstGeom>
        </p:spPr>
      </p:pic>
      <p:sp>
        <p:nvSpPr>
          <p:cNvPr id="3" name="矩形 28">
            <a:extLst>
              <a:ext uri="{FF2B5EF4-FFF2-40B4-BE49-F238E27FC236}">
                <a16:creationId xmlns:a16="http://schemas.microsoft.com/office/drawing/2014/main" id="{61706CD9-E4B9-66A0-BFC9-74A551455F84}"/>
              </a:ext>
            </a:extLst>
          </p:cNvPr>
          <p:cNvSpPr/>
          <p:nvPr/>
        </p:nvSpPr>
        <p:spPr bwMode="auto">
          <a:xfrm flipV="1">
            <a:off x="0" y="269602"/>
            <a:ext cx="1318161" cy="663574"/>
          </a:xfrm>
          <a:custGeom>
            <a:avLst/>
            <a:gdLst/>
            <a:ahLst/>
            <a:cxnLst/>
            <a:rect l="l" t="t" r="r" b="b"/>
            <a:pathLst>
              <a:path w="4310745" h="1283968">
                <a:moveTo>
                  <a:pt x="1089668" y="0"/>
                </a:moveTo>
                <a:lnTo>
                  <a:pt x="3526973" y="0"/>
                </a:lnTo>
                <a:lnTo>
                  <a:pt x="4310745" y="1269454"/>
                </a:lnTo>
                <a:lnTo>
                  <a:pt x="1089668" y="1283968"/>
                </a:lnTo>
                <a:close/>
                <a:moveTo>
                  <a:pt x="0" y="0"/>
                </a:moveTo>
                <a:lnTo>
                  <a:pt x="1089667" y="0"/>
                </a:lnTo>
                <a:lnTo>
                  <a:pt x="1089667" y="1283968"/>
                </a:lnTo>
                <a:lnTo>
                  <a:pt x="0" y="1283968"/>
                </a:lnTo>
                <a:close/>
              </a:path>
            </a:pathLst>
          </a:custGeom>
          <a:solidFill>
            <a:srgbClr val="1C48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728" tIns="54864" rIns="109728" bIns="54864" numCol="1" rtlCol="0" anchor="t" anchorCtr="0" compatLnSpc="1"/>
          <a:lstStyle/>
          <a:p>
            <a:pPr defTabSz="1097280" fontAlgn="base">
              <a:spcBef>
                <a:spcPct val="0"/>
              </a:spcBef>
              <a:spcAft>
                <a:spcPct val="0"/>
              </a:spcAft>
            </a:pPr>
            <a:endParaRPr lang="zh-CN" altLang="en-US" sz="21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949C8149-83C8-694F-D373-406597F85381}"/>
              </a:ext>
            </a:extLst>
          </p:cNvPr>
          <p:cNvSpPr txBox="1"/>
          <p:nvPr/>
        </p:nvSpPr>
        <p:spPr>
          <a:xfrm>
            <a:off x="1304550" y="251460"/>
            <a:ext cx="4555356" cy="663575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研究内容与主要工作</a:t>
            </a:r>
            <a:endParaRPr kumimoji="0" lang="en-GB" sz="1865" b="1" i="0" u="none" strike="noStrike" kern="120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DEC2D96-E328-1B8C-EB73-8E1A386B7087}"/>
              </a:ext>
            </a:extLst>
          </p:cNvPr>
          <p:cNvSpPr txBox="1"/>
          <p:nvPr/>
        </p:nvSpPr>
        <p:spPr>
          <a:xfrm>
            <a:off x="820525" y="951317"/>
            <a:ext cx="2571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>
                <a:latin typeface="+mn-ea"/>
              </a:rPr>
              <a:t>[实验结果表格或分析]</a:t>
            </a:r>
            <a:endParaRPr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B1FFC9E-02EA-17D1-ECE6-BB29795D8CEE}"/>
              </a:ext>
            </a:extLst>
          </p:cNvPr>
          <p:cNvSpPr txBox="1"/>
          <p:nvPr/>
        </p:nvSpPr>
        <p:spPr>
          <a:xfrm>
            <a:off x="5522762" y="1690583"/>
            <a:ext cx="6096000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ctr">
              <a:lnSpc>
                <a:spcPts val="2000"/>
              </a:lnSpc>
            </a:pPr>
            <a:r>
              <a:rPr sz="1400">
                <a:latin typeface="Times New Roman"/>
              </a:rPr>
              <a:t>[实验结果表格或分析]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80D4903-A1AC-6293-43DA-701D2CE558C3}"/>
              </a:ext>
            </a:extLst>
          </p:cNvPr>
          <p:cNvSpPr txBox="1"/>
          <p:nvPr/>
        </p:nvSpPr>
        <p:spPr>
          <a:xfrm>
            <a:off x="471147" y="1690584"/>
            <a:ext cx="4555357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ctr">
              <a:lnSpc>
                <a:spcPts val="2000"/>
              </a:lnSpc>
            </a:pPr>
            <a:r>
              <a:rPr sz="1400">
                <a:latin typeface="Times New Roman"/>
              </a:rPr>
              <a:t>[实验结果表格或分析]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AAAAAA"/>
                </a:solidFill>
              </a:rPr>
              <a:t>[实验结果数据]</a:t>
            </a:r>
          </a:p>
        </p:txBody>
      </p:sp>
    </p:spTree>
    <p:extLst>
      <p:ext uri="{BB962C8B-B14F-4D97-AF65-F5344CB8AC3E}">
        <p14:creationId xmlns:p14="http://schemas.microsoft.com/office/powerpoint/2010/main" val="3588701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透明色背景-校徽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2732" y="-1"/>
            <a:ext cx="3689268" cy="933177"/>
          </a:xfrm>
          <a:prstGeom prst="rect">
            <a:avLst/>
          </a:prstGeom>
        </p:spPr>
      </p:pic>
      <p:sp>
        <p:nvSpPr>
          <p:cNvPr id="3" name="矩形 28">
            <a:extLst>
              <a:ext uri="{FF2B5EF4-FFF2-40B4-BE49-F238E27FC236}">
                <a16:creationId xmlns:a16="http://schemas.microsoft.com/office/drawing/2014/main" id="{762C1181-A440-24B1-FF25-9DD9363976B0}"/>
              </a:ext>
            </a:extLst>
          </p:cNvPr>
          <p:cNvSpPr/>
          <p:nvPr/>
        </p:nvSpPr>
        <p:spPr bwMode="auto">
          <a:xfrm flipV="1">
            <a:off x="0" y="269602"/>
            <a:ext cx="1318161" cy="663574"/>
          </a:xfrm>
          <a:custGeom>
            <a:avLst/>
            <a:gdLst/>
            <a:ahLst/>
            <a:cxnLst/>
            <a:rect l="l" t="t" r="r" b="b"/>
            <a:pathLst>
              <a:path w="4310745" h="1283968">
                <a:moveTo>
                  <a:pt x="1089668" y="0"/>
                </a:moveTo>
                <a:lnTo>
                  <a:pt x="3526973" y="0"/>
                </a:lnTo>
                <a:lnTo>
                  <a:pt x="4310745" y="1269454"/>
                </a:lnTo>
                <a:lnTo>
                  <a:pt x="1089668" y="1283968"/>
                </a:lnTo>
                <a:close/>
                <a:moveTo>
                  <a:pt x="0" y="0"/>
                </a:moveTo>
                <a:lnTo>
                  <a:pt x="1089667" y="0"/>
                </a:lnTo>
                <a:lnTo>
                  <a:pt x="1089667" y="1283968"/>
                </a:lnTo>
                <a:lnTo>
                  <a:pt x="0" y="1283968"/>
                </a:lnTo>
                <a:close/>
              </a:path>
            </a:pathLst>
          </a:custGeom>
          <a:solidFill>
            <a:srgbClr val="1C48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728" tIns="54864" rIns="109728" bIns="54864" numCol="1" rtlCol="0" anchor="t" anchorCtr="0" compatLnSpc="1"/>
          <a:lstStyle/>
          <a:p>
            <a:pPr defTabSz="1097280" fontAlgn="base">
              <a:spcBef>
                <a:spcPct val="0"/>
              </a:spcBef>
              <a:spcAft>
                <a:spcPct val="0"/>
              </a:spcAft>
            </a:pPr>
            <a:endParaRPr lang="zh-CN" altLang="en-US" sz="21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9D93EB5-8D6C-5DDD-0C80-6E95A2282A24}"/>
              </a:ext>
            </a:extLst>
          </p:cNvPr>
          <p:cNvSpPr txBox="1"/>
          <p:nvPr/>
        </p:nvSpPr>
        <p:spPr>
          <a:xfrm>
            <a:off x="1304550" y="251460"/>
            <a:ext cx="4555356" cy="663575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研究内容与主要工作</a:t>
            </a:r>
            <a:endParaRPr kumimoji="0" lang="en-GB" sz="1865" b="1" i="0" u="none" strike="noStrike" kern="120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L 形 7">
            <a:extLst>
              <a:ext uri="{FF2B5EF4-FFF2-40B4-BE49-F238E27FC236}">
                <a16:creationId xmlns:a16="http://schemas.microsoft.com/office/drawing/2014/main" id="{C3B2BD93-BA8E-F22B-FEC7-24D8D9CEF9B6}"/>
              </a:ext>
            </a:extLst>
          </p:cNvPr>
          <p:cNvSpPr/>
          <p:nvPr/>
        </p:nvSpPr>
        <p:spPr>
          <a:xfrm rot="10800000">
            <a:off x="135065" y="1469575"/>
            <a:ext cx="1663273" cy="4187211"/>
          </a:xfrm>
          <a:prstGeom prst="corner">
            <a:avLst>
              <a:gd name="adj1" fmla="val 16411"/>
              <a:gd name="adj2" fmla="val 14251"/>
            </a:avLst>
          </a:prstGeom>
          <a:solidFill>
            <a:srgbClr val="C3CAD4"/>
          </a:solidFill>
          <a:ln>
            <a:solidFill>
              <a:srgbClr val="C3CA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9092E0-E296-C5C8-62FB-CEE2194AF236}"/>
              </a:ext>
            </a:extLst>
          </p:cNvPr>
          <p:cNvSpPr txBox="1"/>
          <p:nvPr/>
        </p:nvSpPr>
        <p:spPr>
          <a:xfrm>
            <a:off x="140712" y="2027778"/>
            <a:ext cx="133813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1">
                <a:latin typeface="宋体"/>
              </a:rPr>
              <a:t>[模型描述与创新点]</a:t>
            </a:r>
            <a:endParaRPr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625C07-87E8-3047-BA43-F30DC92E4C8C}"/>
              </a:ext>
            </a:extLst>
          </p:cNvPr>
          <p:cNvSpPr txBox="1"/>
          <p:nvPr/>
        </p:nvSpPr>
        <p:spPr>
          <a:xfrm>
            <a:off x="2426252" y="1669830"/>
            <a:ext cx="7733750" cy="3265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sz="1400">
                <a:latin typeface="Times New Roman"/>
              </a:rPr>
              <a:t>[模型描述与创新点]</a:t>
            </a:r>
            <a:endParaRPr lang="en-US" altLang="zh-CN" sz="20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4720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透明色背景-校徽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2732" y="-1"/>
            <a:ext cx="3689268" cy="933177"/>
          </a:xfrm>
          <a:prstGeom prst="rect">
            <a:avLst/>
          </a:prstGeom>
        </p:spPr>
      </p:pic>
      <p:sp>
        <p:nvSpPr>
          <p:cNvPr id="3" name="矩形 28">
            <a:extLst>
              <a:ext uri="{FF2B5EF4-FFF2-40B4-BE49-F238E27FC236}">
                <a16:creationId xmlns:a16="http://schemas.microsoft.com/office/drawing/2014/main" id="{762C1181-A440-24B1-FF25-9DD9363976B0}"/>
              </a:ext>
            </a:extLst>
          </p:cNvPr>
          <p:cNvSpPr/>
          <p:nvPr/>
        </p:nvSpPr>
        <p:spPr bwMode="auto">
          <a:xfrm flipV="1">
            <a:off x="0" y="269602"/>
            <a:ext cx="1318161" cy="663574"/>
          </a:xfrm>
          <a:custGeom>
            <a:avLst/>
            <a:gdLst/>
            <a:ahLst/>
            <a:cxnLst/>
            <a:rect l="l" t="t" r="r" b="b"/>
            <a:pathLst>
              <a:path w="4310745" h="1283968">
                <a:moveTo>
                  <a:pt x="1089668" y="0"/>
                </a:moveTo>
                <a:lnTo>
                  <a:pt x="3526973" y="0"/>
                </a:lnTo>
                <a:lnTo>
                  <a:pt x="4310745" y="1269454"/>
                </a:lnTo>
                <a:lnTo>
                  <a:pt x="1089668" y="1283968"/>
                </a:lnTo>
                <a:close/>
                <a:moveTo>
                  <a:pt x="0" y="0"/>
                </a:moveTo>
                <a:lnTo>
                  <a:pt x="1089667" y="0"/>
                </a:lnTo>
                <a:lnTo>
                  <a:pt x="1089667" y="1283968"/>
                </a:lnTo>
                <a:lnTo>
                  <a:pt x="0" y="1283968"/>
                </a:lnTo>
                <a:close/>
              </a:path>
            </a:pathLst>
          </a:custGeom>
          <a:solidFill>
            <a:srgbClr val="1C48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728" tIns="54864" rIns="109728" bIns="54864" numCol="1" rtlCol="0" anchor="t" anchorCtr="0" compatLnSpc="1"/>
          <a:lstStyle/>
          <a:p>
            <a:pPr defTabSz="1097280" fontAlgn="base">
              <a:spcBef>
                <a:spcPct val="0"/>
              </a:spcBef>
              <a:spcAft>
                <a:spcPct val="0"/>
              </a:spcAft>
            </a:pPr>
            <a:endParaRPr lang="zh-CN" altLang="en-US" sz="21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9D93EB5-8D6C-5DDD-0C80-6E95A2282A24}"/>
              </a:ext>
            </a:extLst>
          </p:cNvPr>
          <p:cNvSpPr txBox="1"/>
          <p:nvPr/>
        </p:nvSpPr>
        <p:spPr>
          <a:xfrm>
            <a:off x="1304550" y="251460"/>
            <a:ext cx="4555356" cy="663575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研究内容与主要工作</a:t>
            </a:r>
            <a:endParaRPr kumimoji="0" lang="en-GB" sz="1865" b="1" i="0" u="none" strike="noStrike" kern="120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C3B2BD93-BA8E-F22B-FEC7-24D8D9CEF9B6}"/>
              </a:ext>
            </a:extLst>
          </p:cNvPr>
          <p:cNvSpPr/>
          <p:nvPr/>
        </p:nvSpPr>
        <p:spPr>
          <a:xfrm>
            <a:off x="220187" y="1977054"/>
            <a:ext cx="2239973" cy="2450563"/>
          </a:xfrm>
          <a:prstGeom prst="rightArrow">
            <a:avLst/>
          </a:prstGeom>
          <a:solidFill>
            <a:srgbClr val="C3CAD4"/>
          </a:solidFill>
          <a:ln>
            <a:solidFill>
              <a:srgbClr val="C3CA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9092E0-E296-C5C8-62FB-CEE2194AF236}"/>
              </a:ext>
            </a:extLst>
          </p:cNvPr>
          <p:cNvSpPr txBox="1"/>
          <p:nvPr/>
        </p:nvSpPr>
        <p:spPr>
          <a:xfrm>
            <a:off x="367079" y="2732975"/>
            <a:ext cx="152362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200400" y="22860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AAAAAA"/>
                </a:solidFill>
              </a:rPr>
              <a:t>[模型架构图]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3537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透明色背景-校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732" y="-1"/>
            <a:ext cx="3689268" cy="933177"/>
          </a:xfrm>
          <a:prstGeom prst="rect">
            <a:avLst/>
          </a:prstGeom>
        </p:spPr>
      </p:pic>
      <p:sp>
        <p:nvSpPr>
          <p:cNvPr id="3" name="矩形 28">
            <a:extLst>
              <a:ext uri="{FF2B5EF4-FFF2-40B4-BE49-F238E27FC236}">
                <a16:creationId xmlns:a16="http://schemas.microsoft.com/office/drawing/2014/main" id="{762C1181-A440-24B1-FF25-9DD9363976B0}"/>
              </a:ext>
            </a:extLst>
          </p:cNvPr>
          <p:cNvSpPr/>
          <p:nvPr/>
        </p:nvSpPr>
        <p:spPr bwMode="auto">
          <a:xfrm flipV="1">
            <a:off x="0" y="269602"/>
            <a:ext cx="1318161" cy="663574"/>
          </a:xfrm>
          <a:custGeom>
            <a:avLst/>
            <a:gdLst/>
            <a:ahLst/>
            <a:cxnLst/>
            <a:rect l="l" t="t" r="r" b="b"/>
            <a:pathLst>
              <a:path w="4310745" h="1283968">
                <a:moveTo>
                  <a:pt x="1089668" y="0"/>
                </a:moveTo>
                <a:lnTo>
                  <a:pt x="3526973" y="0"/>
                </a:lnTo>
                <a:lnTo>
                  <a:pt x="4310745" y="1269454"/>
                </a:lnTo>
                <a:lnTo>
                  <a:pt x="1089668" y="1283968"/>
                </a:lnTo>
                <a:close/>
                <a:moveTo>
                  <a:pt x="0" y="0"/>
                </a:moveTo>
                <a:lnTo>
                  <a:pt x="1089667" y="0"/>
                </a:lnTo>
                <a:lnTo>
                  <a:pt x="1089667" y="1283968"/>
                </a:lnTo>
                <a:lnTo>
                  <a:pt x="0" y="1283968"/>
                </a:lnTo>
                <a:close/>
              </a:path>
            </a:pathLst>
          </a:custGeom>
          <a:solidFill>
            <a:srgbClr val="1C48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728" tIns="54864" rIns="109728" bIns="54864" numCol="1" rtlCol="0" anchor="t" anchorCtr="0" compatLnSpc="1"/>
          <a:lstStyle/>
          <a:p>
            <a:pPr defTabSz="1097280" fontAlgn="base">
              <a:spcBef>
                <a:spcPct val="0"/>
              </a:spcBef>
              <a:spcAft>
                <a:spcPct val="0"/>
              </a:spcAft>
            </a:pPr>
            <a:endParaRPr lang="zh-CN" altLang="en-US" sz="21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9D93EB5-8D6C-5DDD-0C80-6E95A2282A24}"/>
              </a:ext>
            </a:extLst>
          </p:cNvPr>
          <p:cNvSpPr txBox="1"/>
          <p:nvPr/>
        </p:nvSpPr>
        <p:spPr>
          <a:xfrm>
            <a:off x="1304550" y="251460"/>
            <a:ext cx="4555356" cy="663575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研究内容与主要工作</a:t>
            </a:r>
            <a:endParaRPr kumimoji="0" lang="en-GB" sz="1865" b="1" i="0" u="none" strike="noStrike" kern="120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9092E0-E296-C5C8-62FB-CEE2194AF236}"/>
              </a:ext>
            </a:extLst>
          </p:cNvPr>
          <p:cNvSpPr txBox="1"/>
          <p:nvPr/>
        </p:nvSpPr>
        <p:spPr>
          <a:xfrm>
            <a:off x="247596" y="1374740"/>
            <a:ext cx="25287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>
                <a:latin typeface="+mn-ea"/>
              </a:rPr>
              <a:t>[实验结果表格或分析]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CCCED30-62E8-0AC7-4D56-EBA645A26189}"/>
              </a:ext>
            </a:extLst>
          </p:cNvPr>
          <p:cNvSpPr txBox="1"/>
          <p:nvPr/>
        </p:nvSpPr>
        <p:spPr>
          <a:xfrm>
            <a:off x="6552105" y="1382286"/>
            <a:ext cx="539229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>
                <a:latin typeface="Times New Roman"/>
              </a:rPr>
              <a:t>[实验结果表格或分析]</a:t>
            </a:r>
            <a:endParaRPr lang="zh-CN" alt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36576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AAAAAA"/>
                </a:solidFill>
              </a:rPr>
              <a:t>[实验结果数据]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509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透明色背景-校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732" y="-1"/>
            <a:ext cx="3689268" cy="933177"/>
          </a:xfrm>
          <a:prstGeom prst="rect">
            <a:avLst/>
          </a:prstGeom>
        </p:spPr>
      </p:pic>
      <p:sp>
        <p:nvSpPr>
          <p:cNvPr id="3" name="矩形 28">
            <a:extLst>
              <a:ext uri="{FF2B5EF4-FFF2-40B4-BE49-F238E27FC236}">
                <a16:creationId xmlns:a16="http://schemas.microsoft.com/office/drawing/2014/main" id="{762C1181-A440-24B1-FF25-9DD9363976B0}"/>
              </a:ext>
            </a:extLst>
          </p:cNvPr>
          <p:cNvSpPr/>
          <p:nvPr/>
        </p:nvSpPr>
        <p:spPr bwMode="auto">
          <a:xfrm flipV="1">
            <a:off x="0" y="269602"/>
            <a:ext cx="1318161" cy="663574"/>
          </a:xfrm>
          <a:custGeom>
            <a:avLst/>
            <a:gdLst/>
            <a:ahLst/>
            <a:cxnLst/>
            <a:rect l="l" t="t" r="r" b="b"/>
            <a:pathLst>
              <a:path w="4310745" h="1283968">
                <a:moveTo>
                  <a:pt x="1089668" y="0"/>
                </a:moveTo>
                <a:lnTo>
                  <a:pt x="3526973" y="0"/>
                </a:lnTo>
                <a:lnTo>
                  <a:pt x="4310745" y="1269454"/>
                </a:lnTo>
                <a:lnTo>
                  <a:pt x="1089668" y="1283968"/>
                </a:lnTo>
                <a:close/>
                <a:moveTo>
                  <a:pt x="0" y="0"/>
                </a:moveTo>
                <a:lnTo>
                  <a:pt x="1089667" y="0"/>
                </a:lnTo>
                <a:lnTo>
                  <a:pt x="1089667" y="1283968"/>
                </a:lnTo>
                <a:lnTo>
                  <a:pt x="0" y="1283968"/>
                </a:lnTo>
                <a:close/>
              </a:path>
            </a:pathLst>
          </a:custGeom>
          <a:solidFill>
            <a:srgbClr val="1C48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728" tIns="54864" rIns="109728" bIns="54864" numCol="1" rtlCol="0" anchor="t" anchorCtr="0" compatLnSpc="1"/>
          <a:lstStyle/>
          <a:p>
            <a:pPr defTabSz="1097280" fontAlgn="base">
              <a:spcBef>
                <a:spcPct val="0"/>
              </a:spcBef>
              <a:spcAft>
                <a:spcPct val="0"/>
              </a:spcAft>
            </a:pPr>
            <a:endParaRPr lang="zh-CN" altLang="en-US" sz="21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9D93EB5-8D6C-5DDD-0C80-6E95A2282A24}"/>
              </a:ext>
            </a:extLst>
          </p:cNvPr>
          <p:cNvSpPr txBox="1"/>
          <p:nvPr/>
        </p:nvSpPr>
        <p:spPr>
          <a:xfrm>
            <a:off x="1304550" y="251460"/>
            <a:ext cx="4555356" cy="663575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研究内容与主要工作</a:t>
            </a:r>
            <a:endParaRPr kumimoji="0" lang="en-GB" sz="1865" b="1" i="0" u="none" strike="noStrike" kern="120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9092E0-E296-C5C8-62FB-CEE2194AF236}"/>
              </a:ext>
            </a:extLst>
          </p:cNvPr>
          <p:cNvSpPr txBox="1"/>
          <p:nvPr/>
        </p:nvSpPr>
        <p:spPr>
          <a:xfrm>
            <a:off x="247596" y="1374740"/>
            <a:ext cx="25287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>
                <a:latin typeface="+mn-ea"/>
              </a:rPr>
              <a:t>[实验结果表格或分析]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CCCED30-62E8-0AC7-4D56-EBA645A26189}"/>
              </a:ext>
            </a:extLst>
          </p:cNvPr>
          <p:cNvSpPr txBox="1"/>
          <p:nvPr/>
        </p:nvSpPr>
        <p:spPr>
          <a:xfrm>
            <a:off x="6552105" y="2152750"/>
            <a:ext cx="5392299" cy="3264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latin typeface="Times New Roman"/>
              </a:rPr>
              <a:t>[实验结果表格或分析]</a:t>
            </a:r>
            <a:endParaRPr lang="zh-CN" alt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36576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AAAAAA"/>
                </a:solidFill>
              </a:rPr>
              <a:t>[实验结果数据]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790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透明色背景-校徽">
            <a:extLst>
              <a:ext uri="{FF2B5EF4-FFF2-40B4-BE49-F238E27FC236}">
                <a16:creationId xmlns:a16="http://schemas.microsoft.com/office/drawing/2014/main" id="{EF95564A-F11A-84D9-61E5-7DF7385D4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2732" y="-1"/>
            <a:ext cx="3689268" cy="933177"/>
          </a:xfrm>
          <a:prstGeom prst="rect">
            <a:avLst/>
          </a:prstGeom>
        </p:spPr>
      </p:pic>
      <p:sp>
        <p:nvSpPr>
          <p:cNvPr id="3" name="矩形 28">
            <a:extLst>
              <a:ext uri="{FF2B5EF4-FFF2-40B4-BE49-F238E27FC236}">
                <a16:creationId xmlns:a16="http://schemas.microsoft.com/office/drawing/2014/main" id="{1550B3F6-718F-CE60-9086-2B00F251FA78}"/>
              </a:ext>
            </a:extLst>
          </p:cNvPr>
          <p:cNvSpPr/>
          <p:nvPr/>
        </p:nvSpPr>
        <p:spPr bwMode="auto">
          <a:xfrm flipV="1">
            <a:off x="0" y="269602"/>
            <a:ext cx="1318161" cy="663574"/>
          </a:xfrm>
          <a:custGeom>
            <a:avLst/>
            <a:gdLst/>
            <a:ahLst/>
            <a:cxnLst/>
            <a:rect l="l" t="t" r="r" b="b"/>
            <a:pathLst>
              <a:path w="4310745" h="1283968">
                <a:moveTo>
                  <a:pt x="1089668" y="0"/>
                </a:moveTo>
                <a:lnTo>
                  <a:pt x="3526973" y="0"/>
                </a:lnTo>
                <a:lnTo>
                  <a:pt x="4310745" y="1269454"/>
                </a:lnTo>
                <a:lnTo>
                  <a:pt x="1089668" y="1283968"/>
                </a:lnTo>
                <a:close/>
                <a:moveTo>
                  <a:pt x="0" y="0"/>
                </a:moveTo>
                <a:lnTo>
                  <a:pt x="1089667" y="0"/>
                </a:lnTo>
                <a:lnTo>
                  <a:pt x="1089667" y="1283968"/>
                </a:lnTo>
                <a:lnTo>
                  <a:pt x="0" y="1283968"/>
                </a:lnTo>
                <a:close/>
              </a:path>
            </a:pathLst>
          </a:custGeom>
          <a:solidFill>
            <a:srgbClr val="1C48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728" tIns="54864" rIns="109728" bIns="54864" numCol="1" rtlCol="0" anchor="t" anchorCtr="0" compatLnSpc="1"/>
          <a:lstStyle/>
          <a:p>
            <a:pPr defTabSz="1097280" fontAlgn="base">
              <a:spcBef>
                <a:spcPct val="0"/>
              </a:spcBef>
              <a:spcAft>
                <a:spcPct val="0"/>
              </a:spcAft>
            </a:pPr>
            <a:endParaRPr lang="zh-CN" altLang="en-US" sz="216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C4A7FB0-8E55-07A1-6907-85785B6F5C2D}"/>
              </a:ext>
            </a:extLst>
          </p:cNvPr>
          <p:cNvSpPr txBox="1"/>
          <p:nvPr/>
        </p:nvSpPr>
        <p:spPr>
          <a:xfrm>
            <a:off x="1304550" y="251460"/>
            <a:ext cx="4555356" cy="663575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研究内容与主要工作</a:t>
            </a:r>
            <a:endParaRPr kumimoji="0" lang="en-GB" sz="1865" b="1" i="0" u="none" strike="noStrike" kern="1200" cap="none" spc="0" normalizeH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9D57E0-3B3E-3171-2017-C2D34F35E888}"/>
              </a:ext>
            </a:extLst>
          </p:cNvPr>
          <p:cNvSpPr txBox="1"/>
          <p:nvPr/>
        </p:nvSpPr>
        <p:spPr>
          <a:xfrm>
            <a:off x="247596" y="883675"/>
            <a:ext cx="25287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>
                <a:latin typeface="Times New Roman"/>
              </a:rPr>
              <a:t>[实验结果表格或分析]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99C9967-6999-4DA4-7495-FBB8F9363B91}"/>
                  </a:ext>
                </a:extLst>
              </p:cNvPr>
              <p:cNvSpPr txBox="1"/>
              <p:nvPr/>
            </p:nvSpPr>
            <p:spPr>
              <a:xfrm>
                <a:off x="795868" y="2812877"/>
                <a:ext cx="9863668" cy="25327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04800" algn="just">
                  <a:lnSpc>
                    <a:spcPct val="150000"/>
                  </a:lnSpc>
                </a:pPr>
                <a:r>
                  <a:rPr lang="zh-CN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本</a:t>
                </a:r>
                <a:r>
                  <a:rPr lang="zh-CN" altLang="en-US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实验</a:t>
                </a:r>
                <a:r>
                  <a:rPr lang="zh-CN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通过在</a:t>
                </a:r>
                <a:r>
                  <a:rPr lang="en-US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CADEC</a:t>
                </a:r>
                <a:r>
                  <a:rPr lang="zh-CN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数据集上使用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𝑙𝑜𝑠𝑠</m:t>
                    </m:r>
                    <m:r>
                      <a:rPr lang="en-US" altLang="zh-CN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r>
                      <a:rPr lang="en-US" altLang="zh-CN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𝛼</m:t>
                    </m:r>
                    <m:sSub>
                      <m:sSubPr>
                        <m:ctrlPr>
                          <a:rPr lang="zh-CN" altLang="zh-CN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𝐿</m:t>
                        </m:r>
                      </m:e>
                      <m:sub>
                        <m:r>
                          <a:rPr lang="en-US" altLang="zh-CN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𝐷𝐸</m:t>
                        </m:r>
                      </m:sub>
                    </m:sSub>
                    <m:r>
                      <a:rPr lang="en-US" altLang="zh-CN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+(1−</m:t>
                    </m:r>
                    <m:r>
                      <a:rPr lang="en-US" altLang="zh-CN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𝛼</m:t>
                    </m:r>
                    <m:r>
                      <a:rPr lang="en-US" altLang="zh-CN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  <m:sSub>
                      <m:sSubPr>
                        <m:ctrlPr>
                          <a:rPr lang="zh-CN" altLang="zh-CN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𝐿</m:t>
                        </m:r>
                      </m:e>
                      <m:sub>
                        <m:r>
                          <a:rPr lang="en-US" altLang="zh-CN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𝐶𝐸</m:t>
                        </m:r>
                      </m:sub>
                    </m:sSub>
                  </m:oMath>
                </a14:m>
                <a:r>
                  <a:rPr lang="zh-CN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损失函数来对模型进行训练。通过引入不同权重</a:t>
                </a:r>
                <a:r>
                  <a:rPr lang="en-US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α</a:t>
                </a:r>
                <a:r>
                  <a:rPr lang="zh-CN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值来比较在不同权重</a:t>
                </a:r>
                <a:r>
                  <a:rPr lang="en-US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Dice Loss</a:t>
                </a:r>
                <a:r>
                  <a:rPr lang="zh-CN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下损失函数对模型的效果，为保证数据的有效性，本节在每种权重上进行</a:t>
                </a:r>
                <a:r>
                  <a:rPr lang="en-US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r>
                  <a:rPr lang="zh-CN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次实验然后取平均值。</a:t>
                </a:r>
                <a:endParaRPr lang="zh-CN" altLang="zh-CN" sz="1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304800" algn="just">
                  <a:lnSpc>
                    <a:spcPct val="150000"/>
                  </a:lnSpc>
                </a:pPr>
                <a:r>
                  <a:rPr lang="zh-CN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结果如表所示，当</a:t>
                </a:r>
                <a:r>
                  <a:rPr lang="en-US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α=0.7</a:t>
                </a:r>
                <a:r>
                  <a:rPr lang="zh-CN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时模型的精确率和</a:t>
                </a:r>
                <a:r>
                  <a:rPr lang="en-US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F1</a:t>
                </a:r>
                <a:r>
                  <a:rPr lang="zh-CN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值最高，此时精确率达到</a:t>
                </a:r>
                <a:r>
                  <a:rPr lang="en-US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76.54%</a:t>
                </a:r>
                <a:r>
                  <a:rPr lang="zh-CN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F1</a:t>
                </a:r>
                <a:r>
                  <a:rPr lang="zh-CN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值达到了</a:t>
                </a:r>
                <a:r>
                  <a:rPr lang="en-US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72.68%</a:t>
                </a:r>
                <a:r>
                  <a:rPr lang="zh-CN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，这说明我们联合使用</a:t>
                </a:r>
                <a:r>
                  <a:rPr lang="en-US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Dice loss</a:t>
                </a:r>
                <a:r>
                  <a:rPr lang="zh-CN" altLang="zh-CN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和交叉熵损失函数既增加了模型的精确率，又减小了数据不平衡对模型的影响，同时还提高了模型的识别效果。</a:t>
                </a:r>
                <a:endParaRPr lang="zh-CN" altLang="zh-CN" sz="1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99C9967-6999-4DA4-7495-FBB8F9363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868" y="2812877"/>
                <a:ext cx="9863668" cy="2532745"/>
              </a:xfrm>
              <a:prstGeom prst="rect">
                <a:avLst/>
              </a:prstGeom>
              <a:blipFill>
                <a:blip r:embed="rId3"/>
                <a:stretch>
                  <a:fillRect l="-556" r="-2781" b="-21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36576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AAAAAA"/>
                </a:solidFill>
              </a:rPr>
              <a:t>[实验结果数据]</a:t>
            </a:r>
          </a:p>
        </p:txBody>
      </p:sp>
    </p:spTree>
    <p:extLst>
      <p:ext uri="{BB962C8B-B14F-4D97-AF65-F5344CB8AC3E}">
        <p14:creationId xmlns:p14="http://schemas.microsoft.com/office/powerpoint/2010/main" val="3464829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透明色背景-校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732" y="-1"/>
            <a:ext cx="3689268" cy="933177"/>
          </a:xfrm>
          <a:prstGeom prst="rect">
            <a:avLst/>
          </a:prstGeo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21C1424D-BD92-1BF7-ECE0-DBECE3437D73}"/>
              </a:ext>
            </a:extLst>
          </p:cNvPr>
          <p:cNvSpPr/>
          <p:nvPr/>
        </p:nvSpPr>
        <p:spPr>
          <a:xfrm>
            <a:off x="3512901" y="2330500"/>
            <a:ext cx="1592179" cy="1592179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chemeClr val="bg1"/>
                </a:solidFill>
                <a:latin typeface="FuturaBookC" pitchFamily="2" charset="-52"/>
              </a:rPr>
              <a:t>4</a:t>
            </a:r>
            <a:endParaRPr lang="zh-CN" altLang="en-US" sz="13800" b="1" dirty="0">
              <a:solidFill>
                <a:schemeClr val="bg1"/>
              </a:solidFill>
              <a:latin typeface="FuturaBookC" pitchFamily="2" charset="-5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5D6B094-1685-D21C-7982-D65CF6E76CD9}"/>
              </a:ext>
            </a:extLst>
          </p:cNvPr>
          <p:cNvSpPr txBox="1"/>
          <p:nvPr/>
        </p:nvSpPr>
        <p:spPr>
          <a:xfrm>
            <a:off x="5710699" y="2745150"/>
            <a:ext cx="20109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dirty="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总结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3891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透明色背景-校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732" y="-1"/>
            <a:ext cx="3689268" cy="933177"/>
          </a:xfrm>
          <a:prstGeom prst="rect">
            <a:avLst/>
          </a:prstGeom>
        </p:spPr>
      </p:pic>
      <p:sp>
        <p:nvSpPr>
          <p:cNvPr id="9" name="矩形 28">
            <a:extLst>
              <a:ext uri="{FF2B5EF4-FFF2-40B4-BE49-F238E27FC236}">
                <a16:creationId xmlns:a16="http://schemas.microsoft.com/office/drawing/2014/main" id="{BBA15541-BBC2-E883-F43D-64DACAAC29D9}"/>
              </a:ext>
            </a:extLst>
          </p:cNvPr>
          <p:cNvSpPr/>
          <p:nvPr/>
        </p:nvSpPr>
        <p:spPr bwMode="auto">
          <a:xfrm flipV="1">
            <a:off x="0" y="269602"/>
            <a:ext cx="1318161" cy="663574"/>
          </a:xfrm>
          <a:custGeom>
            <a:avLst/>
            <a:gdLst/>
            <a:ahLst/>
            <a:cxnLst/>
            <a:rect l="l" t="t" r="r" b="b"/>
            <a:pathLst>
              <a:path w="4310745" h="1283968">
                <a:moveTo>
                  <a:pt x="1089668" y="0"/>
                </a:moveTo>
                <a:lnTo>
                  <a:pt x="3526973" y="0"/>
                </a:lnTo>
                <a:lnTo>
                  <a:pt x="4310745" y="1269454"/>
                </a:lnTo>
                <a:lnTo>
                  <a:pt x="1089668" y="1283968"/>
                </a:lnTo>
                <a:close/>
                <a:moveTo>
                  <a:pt x="0" y="0"/>
                </a:moveTo>
                <a:lnTo>
                  <a:pt x="1089667" y="0"/>
                </a:lnTo>
                <a:lnTo>
                  <a:pt x="1089667" y="1283968"/>
                </a:lnTo>
                <a:lnTo>
                  <a:pt x="0" y="1283968"/>
                </a:lnTo>
                <a:close/>
              </a:path>
            </a:pathLst>
          </a:custGeom>
          <a:solidFill>
            <a:srgbClr val="1C48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728" tIns="54864" rIns="109728" bIns="54864" numCol="1" rtlCol="0" anchor="t" anchorCtr="0" compatLnSpc="1"/>
          <a:lstStyle/>
          <a:p>
            <a:pPr defTabSz="1097280" fontAlgn="base">
              <a:spcBef>
                <a:spcPct val="0"/>
              </a:spcBef>
              <a:spcAft>
                <a:spcPct val="0"/>
              </a:spcAft>
            </a:pPr>
            <a:endParaRPr lang="zh-CN" altLang="en-US" sz="21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469533B-4C0D-4055-0894-1F6FDE34F6A6}"/>
              </a:ext>
            </a:extLst>
          </p:cNvPr>
          <p:cNvSpPr txBox="1"/>
          <p:nvPr/>
        </p:nvSpPr>
        <p:spPr>
          <a:xfrm>
            <a:off x="1304550" y="251460"/>
            <a:ext cx="4555356" cy="663575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kumimoji="0" lang="en-GB" sz="1865" b="1" i="0" u="none" strike="noStrike" kern="120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1E5AE5D-C146-092F-A856-F079EDD2CCDE}"/>
              </a:ext>
            </a:extLst>
          </p:cNvPr>
          <p:cNvSpPr txBox="1"/>
          <p:nvPr/>
        </p:nvSpPr>
        <p:spPr>
          <a:xfrm>
            <a:off x="1046942" y="1333772"/>
            <a:ext cx="10098116" cy="4650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  <a:spcAft>
                <a:spcPts val="1800"/>
              </a:spcAft>
            </a:pPr>
            <a:r>
              <a:rPr sz="1400">
                <a:latin typeface="Times New Roman"/>
              </a:rPr>
              <a:t>[研究总结与未来展望]</a:t>
            </a:r>
            <a:endParaRPr lang="en-US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7502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透明色背景-校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732" y="-1"/>
            <a:ext cx="3689268" cy="933177"/>
          </a:xfrm>
          <a:prstGeom prst="rect">
            <a:avLst/>
          </a:prstGeom>
        </p:spPr>
      </p:pic>
      <p:sp>
        <p:nvSpPr>
          <p:cNvPr id="9" name="矩形 28">
            <a:extLst>
              <a:ext uri="{FF2B5EF4-FFF2-40B4-BE49-F238E27FC236}">
                <a16:creationId xmlns:a16="http://schemas.microsoft.com/office/drawing/2014/main" id="{BBA15541-BBC2-E883-F43D-64DACAAC29D9}"/>
              </a:ext>
            </a:extLst>
          </p:cNvPr>
          <p:cNvSpPr/>
          <p:nvPr/>
        </p:nvSpPr>
        <p:spPr bwMode="auto">
          <a:xfrm flipV="1">
            <a:off x="0" y="269602"/>
            <a:ext cx="1318161" cy="663574"/>
          </a:xfrm>
          <a:custGeom>
            <a:avLst/>
            <a:gdLst/>
            <a:ahLst/>
            <a:cxnLst/>
            <a:rect l="l" t="t" r="r" b="b"/>
            <a:pathLst>
              <a:path w="4310745" h="1283968">
                <a:moveTo>
                  <a:pt x="1089668" y="0"/>
                </a:moveTo>
                <a:lnTo>
                  <a:pt x="3526973" y="0"/>
                </a:lnTo>
                <a:lnTo>
                  <a:pt x="4310745" y="1269454"/>
                </a:lnTo>
                <a:lnTo>
                  <a:pt x="1089668" y="1283968"/>
                </a:lnTo>
                <a:close/>
                <a:moveTo>
                  <a:pt x="0" y="0"/>
                </a:moveTo>
                <a:lnTo>
                  <a:pt x="1089667" y="0"/>
                </a:lnTo>
                <a:lnTo>
                  <a:pt x="1089667" y="1283968"/>
                </a:lnTo>
                <a:lnTo>
                  <a:pt x="0" y="1283968"/>
                </a:lnTo>
                <a:close/>
              </a:path>
            </a:pathLst>
          </a:custGeom>
          <a:solidFill>
            <a:srgbClr val="1C48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728" tIns="54864" rIns="109728" bIns="54864" numCol="1" rtlCol="0" anchor="t" anchorCtr="0" compatLnSpc="1"/>
          <a:lstStyle/>
          <a:p>
            <a:pPr defTabSz="1097280" fontAlgn="base">
              <a:spcBef>
                <a:spcPct val="0"/>
              </a:spcBef>
              <a:spcAft>
                <a:spcPct val="0"/>
              </a:spcAft>
            </a:pPr>
            <a:endParaRPr lang="zh-CN" altLang="en-US" sz="216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469533B-4C0D-4055-0894-1F6FDE34F6A6}"/>
              </a:ext>
            </a:extLst>
          </p:cNvPr>
          <p:cNvSpPr txBox="1"/>
          <p:nvPr/>
        </p:nvSpPr>
        <p:spPr>
          <a:xfrm>
            <a:off x="1304550" y="251460"/>
            <a:ext cx="4555356" cy="663575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noProof="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kumimoji="0" lang="en-GB" sz="1865" b="1" i="0" u="none" strike="noStrike" kern="1200" cap="none" spc="0" normalizeH="0" baseline="0" noProof="1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1E5AE5D-C146-092F-A856-F079EDD2CCDE}"/>
              </a:ext>
            </a:extLst>
          </p:cNvPr>
          <p:cNvSpPr txBox="1"/>
          <p:nvPr/>
        </p:nvSpPr>
        <p:spPr>
          <a:xfrm>
            <a:off x="1046942" y="1232168"/>
            <a:ext cx="10098116" cy="5112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  <a:spcAft>
                <a:spcPts val="1800"/>
              </a:spcAft>
            </a:pPr>
            <a:r>
              <a:rPr sz="1400">
                <a:latin typeface="Times New Roman"/>
              </a:rPr>
              <a:t>[研究总结与未来展望]</a:t>
            </a:r>
            <a:endParaRPr lang="en-US" altLang="zh-CN" sz="20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874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透明色背景-校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2658" y="356870"/>
            <a:ext cx="5226685" cy="132143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B3E3149E-7DDE-EFE0-2FFA-42C9A19A8722}"/>
              </a:ext>
            </a:extLst>
          </p:cNvPr>
          <p:cNvSpPr/>
          <p:nvPr/>
        </p:nvSpPr>
        <p:spPr>
          <a:xfrm>
            <a:off x="1309473" y="2273796"/>
            <a:ext cx="9067800" cy="27023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66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DD320D9-9A9D-70B6-9BBD-844EEC693F91}"/>
              </a:ext>
            </a:extLst>
          </p:cNvPr>
          <p:cNvCxnSpPr/>
          <p:nvPr/>
        </p:nvCxnSpPr>
        <p:spPr>
          <a:xfrm>
            <a:off x="1309473" y="4135382"/>
            <a:ext cx="6282474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B9241B9B-E79C-E0AD-F5ED-354165432284}"/>
              </a:ext>
            </a:extLst>
          </p:cNvPr>
          <p:cNvSpPr txBox="1"/>
          <p:nvPr/>
        </p:nvSpPr>
        <p:spPr>
          <a:xfrm>
            <a:off x="1731279" y="2703753"/>
            <a:ext cx="8973280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4800" dirty="0"/>
              <a:t>谢谢观看！</a:t>
            </a:r>
            <a:endParaRPr lang="en-US" altLang="zh-CN" sz="4800" dirty="0"/>
          </a:p>
          <a:p>
            <a:pPr algn="ctr"/>
            <a:r>
              <a:rPr lang="zh-CN" altLang="en-US" sz="4800" dirty="0"/>
              <a:t>敬请各位老师批评指正！</a:t>
            </a:r>
            <a:endParaRPr sz="4800" dirty="0"/>
          </a:p>
        </p:txBody>
      </p:sp>
      <p:sp>
        <p:nvSpPr>
          <p:cNvPr id="14" name="剪去单角的矩形 6">
            <a:extLst>
              <a:ext uri="{FF2B5EF4-FFF2-40B4-BE49-F238E27FC236}">
                <a16:creationId xmlns:a16="http://schemas.microsoft.com/office/drawing/2014/main" id="{198B076C-675E-B2A6-9D1B-ED526A0B2A5F}"/>
              </a:ext>
            </a:extLst>
          </p:cNvPr>
          <p:cNvSpPr/>
          <p:nvPr/>
        </p:nvSpPr>
        <p:spPr>
          <a:xfrm rot="5400000">
            <a:off x="8546377" y="3467816"/>
            <a:ext cx="2244668" cy="4153528"/>
          </a:xfrm>
          <a:prstGeom prst="snip1Rect">
            <a:avLst>
              <a:gd name="adj" fmla="val 27447"/>
            </a:avLst>
          </a:prstGeom>
          <a:noFill/>
          <a:ln>
            <a:noFill/>
          </a:ln>
          <a:effectLst>
            <a:outerShdw blurRad="2667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10688B"/>
              </a:highlight>
              <a:cs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11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3" grpId="0"/>
      <p:bldP spid="13" grpId="1"/>
      <p:bldP spid="1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2I1NDRiMWVlNmMxMjhhN2E1MjEzZjhmZjI0NjliOTgifQ=="/>
  <p:tag name="KSO_WPP_MARK_KEY" val="84f4b50b-ac8d-4a9e-9032-7731795b3ee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3201</TotalTime>
  <Words>2805</Words>
  <Application>Microsoft Office PowerPoint</Application>
  <PresentationFormat>宽屏</PresentationFormat>
  <Paragraphs>372</Paragraphs>
  <Slides>22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FuturaBookC</vt:lpstr>
      <vt:lpstr>FZZhengHeiS-DB-GB</vt:lpstr>
      <vt:lpstr>宋体</vt:lpstr>
      <vt:lpstr>微软雅黑</vt:lpstr>
      <vt:lpstr>Arial</vt:lpstr>
      <vt:lpstr>Calibri</vt:lpstr>
      <vt:lpstr>Cambria Math</vt:lpstr>
      <vt:lpstr>Times New Roman</vt:lpstr>
      <vt:lpstr>Wingdings</vt:lpstr>
      <vt:lpstr>Office 主题​​</vt:lpstr>
      <vt:lpstr>Microsoft Visio 绘图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HR</dc:creator>
  <cp:lastModifiedBy>蓉 韩</cp:lastModifiedBy>
  <cp:revision>203</cp:revision>
  <dcterms:created xsi:type="dcterms:W3CDTF">2019-06-19T02:08:00Z</dcterms:created>
  <dcterms:modified xsi:type="dcterms:W3CDTF">2024-05-24T10:08:39Z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C72787F175C045B5BE0EFD626D8F1A31_11</vt:lpwstr>
  </property>
</Properties>
</file>